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328677" y="5946354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5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CDB8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3787359" y="5601622"/>
            <a:ext cx="4500880" cy="4685665"/>
          </a:xfrm>
          <a:custGeom>
            <a:avLst/>
            <a:gdLst/>
            <a:ahLst/>
            <a:cxnLst/>
            <a:rect l="l" t="t" r="r" b="b"/>
            <a:pathLst>
              <a:path w="4500880" h="4685665">
                <a:moveTo>
                  <a:pt x="4500639" y="0"/>
                </a:moveTo>
                <a:lnTo>
                  <a:pt x="4500639" y="4685377"/>
                </a:lnTo>
                <a:lnTo>
                  <a:pt x="0" y="4685377"/>
                </a:lnTo>
                <a:lnTo>
                  <a:pt x="8645" y="4645315"/>
                </a:lnTo>
                <a:lnTo>
                  <a:pt x="19686" y="4599779"/>
                </a:lnTo>
                <a:lnTo>
                  <a:pt x="31978" y="4554145"/>
                </a:lnTo>
                <a:lnTo>
                  <a:pt x="45534" y="4508428"/>
                </a:lnTo>
                <a:lnTo>
                  <a:pt x="60366" y="4462644"/>
                </a:lnTo>
                <a:lnTo>
                  <a:pt x="76486" y="4416807"/>
                </a:lnTo>
                <a:lnTo>
                  <a:pt x="94747" y="4368833"/>
                </a:lnTo>
                <a:lnTo>
                  <a:pt x="114120" y="4321607"/>
                </a:lnTo>
                <a:lnTo>
                  <a:pt x="134579" y="4275122"/>
                </a:lnTo>
                <a:lnTo>
                  <a:pt x="156100" y="4229373"/>
                </a:lnTo>
                <a:lnTo>
                  <a:pt x="178657" y="4184352"/>
                </a:lnTo>
                <a:lnTo>
                  <a:pt x="202226" y="4140054"/>
                </a:lnTo>
                <a:lnTo>
                  <a:pt x="226781" y="4096473"/>
                </a:lnTo>
                <a:lnTo>
                  <a:pt x="252299" y="4053603"/>
                </a:lnTo>
                <a:lnTo>
                  <a:pt x="278753" y="4011437"/>
                </a:lnTo>
                <a:lnTo>
                  <a:pt x="306119" y="3969969"/>
                </a:lnTo>
                <a:lnTo>
                  <a:pt x="334372" y="3929193"/>
                </a:lnTo>
                <a:lnTo>
                  <a:pt x="363487" y="3889104"/>
                </a:lnTo>
                <a:lnTo>
                  <a:pt x="393438" y="3849694"/>
                </a:lnTo>
                <a:lnTo>
                  <a:pt x="424202" y="3810958"/>
                </a:lnTo>
                <a:lnTo>
                  <a:pt x="455753" y="3772890"/>
                </a:lnTo>
                <a:lnTo>
                  <a:pt x="488066" y="3735483"/>
                </a:lnTo>
                <a:lnTo>
                  <a:pt x="521116" y="3698732"/>
                </a:lnTo>
                <a:lnTo>
                  <a:pt x="554878" y="3662630"/>
                </a:lnTo>
                <a:lnTo>
                  <a:pt x="589327" y="3627170"/>
                </a:lnTo>
                <a:lnTo>
                  <a:pt x="624439" y="3592348"/>
                </a:lnTo>
                <a:lnTo>
                  <a:pt x="660188" y="3558157"/>
                </a:lnTo>
                <a:lnTo>
                  <a:pt x="696549" y="3524590"/>
                </a:lnTo>
                <a:lnTo>
                  <a:pt x="733497" y="3491642"/>
                </a:lnTo>
                <a:lnTo>
                  <a:pt x="771008" y="3459306"/>
                </a:lnTo>
                <a:lnTo>
                  <a:pt x="809057" y="3427576"/>
                </a:lnTo>
                <a:lnTo>
                  <a:pt x="847618" y="3396446"/>
                </a:lnTo>
                <a:lnTo>
                  <a:pt x="886666" y="3365910"/>
                </a:lnTo>
                <a:lnTo>
                  <a:pt x="926177" y="3335962"/>
                </a:lnTo>
                <a:lnTo>
                  <a:pt x="966126" y="3306596"/>
                </a:lnTo>
                <a:lnTo>
                  <a:pt x="1006487" y="3277805"/>
                </a:lnTo>
                <a:lnTo>
                  <a:pt x="1047236" y="3249584"/>
                </a:lnTo>
                <a:lnTo>
                  <a:pt x="1088348" y="3221926"/>
                </a:lnTo>
                <a:lnTo>
                  <a:pt x="1129797" y="3194824"/>
                </a:lnTo>
                <a:lnTo>
                  <a:pt x="1171560" y="3168274"/>
                </a:lnTo>
                <a:lnTo>
                  <a:pt x="1213610" y="3142269"/>
                </a:lnTo>
                <a:lnTo>
                  <a:pt x="1255923" y="3116802"/>
                </a:lnTo>
                <a:lnTo>
                  <a:pt x="1298474" y="3091868"/>
                </a:lnTo>
                <a:lnTo>
                  <a:pt x="1341238" y="3067461"/>
                </a:lnTo>
                <a:lnTo>
                  <a:pt x="1384190" y="3043573"/>
                </a:lnTo>
                <a:lnTo>
                  <a:pt x="1427306" y="3020200"/>
                </a:lnTo>
                <a:lnTo>
                  <a:pt x="1470559" y="2997334"/>
                </a:lnTo>
                <a:lnTo>
                  <a:pt x="1514923" y="2974477"/>
                </a:lnTo>
                <a:lnTo>
                  <a:pt x="1559578" y="2952021"/>
                </a:lnTo>
                <a:lnTo>
                  <a:pt x="1604489" y="2929912"/>
                </a:lnTo>
                <a:lnTo>
                  <a:pt x="1649620" y="2908092"/>
                </a:lnTo>
                <a:lnTo>
                  <a:pt x="1694934" y="2886506"/>
                </a:lnTo>
                <a:lnTo>
                  <a:pt x="1740397" y="2865097"/>
                </a:lnTo>
                <a:lnTo>
                  <a:pt x="1785972" y="2843809"/>
                </a:lnTo>
                <a:lnTo>
                  <a:pt x="1923010" y="2780112"/>
                </a:lnTo>
                <a:lnTo>
                  <a:pt x="1968674" y="2758747"/>
                </a:lnTo>
                <a:lnTo>
                  <a:pt x="2014271" y="2737223"/>
                </a:lnTo>
                <a:lnTo>
                  <a:pt x="2059764" y="2715482"/>
                </a:lnTo>
                <a:lnTo>
                  <a:pt x="2105118" y="2693470"/>
                </a:lnTo>
                <a:lnTo>
                  <a:pt x="2150297" y="2671129"/>
                </a:lnTo>
                <a:lnTo>
                  <a:pt x="2195265" y="2648404"/>
                </a:lnTo>
                <a:lnTo>
                  <a:pt x="2239986" y="2625237"/>
                </a:lnTo>
                <a:lnTo>
                  <a:pt x="2284424" y="2601575"/>
                </a:lnTo>
                <a:lnTo>
                  <a:pt x="2328544" y="2577359"/>
                </a:lnTo>
                <a:lnTo>
                  <a:pt x="2372309" y="2552533"/>
                </a:lnTo>
                <a:lnTo>
                  <a:pt x="2415683" y="2527042"/>
                </a:lnTo>
                <a:lnTo>
                  <a:pt x="2458630" y="2500830"/>
                </a:lnTo>
                <a:lnTo>
                  <a:pt x="2501116" y="2473840"/>
                </a:lnTo>
                <a:lnTo>
                  <a:pt x="2543102" y="2446016"/>
                </a:lnTo>
                <a:lnTo>
                  <a:pt x="2584555" y="2417301"/>
                </a:lnTo>
                <a:lnTo>
                  <a:pt x="2625438" y="2387640"/>
                </a:lnTo>
                <a:lnTo>
                  <a:pt x="2665714" y="2356977"/>
                </a:lnTo>
                <a:lnTo>
                  <a:pt x="2708402" y="2322467"/>
                </a:lnTo>
                <a:lnTo>
                  <a:pt x="2748910" y="2287363"/>
                </a:lnTo>
                <a:lnTo>
                  <a:pt x="2787322" y="2251665"/>
                </a:lnTo>
                <a:lnTo>
                  <a:pt x="2823721" y="2215375"/>
                </a:lnTo>
                <a:lnTo>
                  <a:pt x="2858191" y="2178497"/>
                </a:lnTo>
                <a:lnTo>
                  <a:pt x="2890817" y="2141030"/>
                </a:lnTo>
                <a:lnTo>
                  <a:pt x="2921680" y="2102978"/>
                </a:lnTo>
                <a:lnTo>
                  <a:pt x="2950866" y="2064341"/>
                </a:lnTo>
                <a:lnTo>
                  <a:pt x="2978457" y="2025122"/>
                </a:lnTo>
                <a:lnTo>
                  <a:pt x="3004538" y="1985323"/>
                </a:lnTo>
                <a:lnTo>
                  <a:pt x="3029192" y="1944945"/>
                </a:lnTo>
                <a:lnTo>
                  <a:pt x="3052502" y="1903990"/>
                </a:lnTo>
                <a:lnTo>
                  <a:pt x="3074553" y="1862461"/>
                </a:lnTo>
                <a:lnTo>
                  <a:pt x="3095428" y="1820358"/>
                </a:lnTo>
                <a:lnTo>
                  <a:pt x="3115211" y="1777684"/>
                </a:lnTo>
                <a:lnTo>
                  <a:pt x="3133985" y="1734440"/>
                </a:lnTo>
                <a:lnTo>
                  <a:pt x="3151834" y="1690629"/>
                </a:lnTo>
                <a:lnTo>
                  <a:pt x="3168842" y="1646252"/>
                </a:lnTo>
                <a:lnTo>
                  <a:pt x="3185092" y="1601312"/>
                </a:lnTo>
                <a:lnTo>
                  <a:pt x="3200668" y="1555809"/>
                </a:lnTo>
                <a:lnTo>
                  <a:pt x="3215654" y="1509745"/>
                </a:lnTo>
                <a:lnTo>
                  <a:pt x="3230133" y="1463124"/>
                </a:lnTo>
                <a:lnTo>
                  <a:pt x="3244189" y="1415945"/>
                </a:lnTo>
                <a:lnTo>
                  <a:pt x="3271367" y="1319926"/>
                </a:lnTo>
                <a:lnTo>
                  <a:pt x="3350946" y="1021896"/>
                </a:lnTo>
                <a:lnTo>
                  <a:pt x="3365119" y="974041"/>
                </a:lnTo>
                <a:lnTo>
                  <a:pt x="3380295" y="926746"/>
                </a:lnTo>
                <a:lnTo>
                  <a:pt x="3396485" y="880061"/>
                </a:lnTo>
                <a:lnTo>
                  <a:pt x="3413704" y="834034"/>
                </a:lnTo>
                <a:lnTo>
                  <a:pt x="3431961" y="788714"/>
                </a:lnTo>
                <a:lnTo>
                  <a:pt x="3451270" y="744148"/>
                </a:lnTo>
                <a:lnTo>
                  <a:pt x="3471643" y="700386"/>
                </a:lnTo>
                <a:lnTo>
                  <a:pt x="3493092" y="657476"/>
                </a:lnTo>
                <a:lnTo>
                  <a:pt x="3515629" y="615467"/>
                </a:lnTo>
                <a:lnTo>
                  <a:pt x="3539265" y="574406"/>
                </a:lnTo>
                <a:lnTo>
                  <a:pt x="3564014" y="534343"/>
                </a:lnTo>
                <a:lnTo>
                  <a:pt x="3589888" y="495326"/>
                </a:lnTo>
                <a:lnTo>
                  <a:pt x="3616897" y="457403"/>
                </a:lnTo>
                <a:lnTo>
                  <a:pt x="3645056" y="420624"/>
                </a:lnTo>
                <a:lnTo>
                  <a:pt x="3674375" y="385036"/>
                </a:lnTo>
                <a:lnTo>
                  <a:pt x="3704867" y="350688"/>
                </a:lnTo>
                <a:lnTo>
                  <a:pt x="3736544" y="317629"/>
                </a:lnTo>
                <a:lnTo>
                  <a:pt x="3769418" y="285907"/>
                </a:lnTo>
                <a:lnTo>
                  <a:pt x="3803502" y="255570"/>
                </a:lnTo>
                <a:lnTo>
                  <a:pt x="3838807" y="226667"/>
                </a:lnTo>
                <a:lnTo>
                  <a:pt x="3875345" y="199247"/>
                </a:lnTo>
                <a:lnTo>
                  <a:pt x="3913129" y="173358"/>
                </a:lnTo>
                <a:lnTo>
                  <a:pt x="3952171" y="149049"/>
                </a:lnTo>
                <a:lnTo>
                  <a:pt x="3992483" y="126368"/>
                </a:lnTo>
                <a:lnTo>
                  <a:pt x="4034077" y="105363"/>
                </a:lnTo>
                <a:lnTo>
                  <a:pt x="4076965" y="86083"/>
                </a:lnTo>
                <a:lnTo>
                  <a:pt x="4121159" y="68577"/>
                </a:lnTo>
                <a:lnTo>
                  <a:pt x="4166672" y="52894"/>
                </a:lnTo>
                <a:lnTo>
                  <a:pt x="4213516" y="39080"/>
                </a:lnTo>
                <a:lnTo>
                  <a:pt x="4261702" y="27186"/>
                </a:lnTo>
                <a:lnTo>
                  <a:pt x="4311243" y="17260"/>
                </a:lnTo>
                <a:lnTo>
                  <a:pt x="4362151" y="9349"/>
                </a:lnTo>
                <a:lnTo>
                  <a:pt x="4411474" y="3905"/>
                </a:lnTo>
                <a:lnTo>
                  <a:pt x="4460345" y="753"/>
                </a:lnTo>
                <a:lnTo>
                  <a:pt x="4500639" y="0"/>
                </a:lnTo>
                <a:close/>
              </a:path>
            </a:pathLst>
          </a:custGeom>
          <a:solidFill>
            <a:srgbClr val="EB8F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0030" y="7859451"/>
            <a:ext cx="5191124" cy="242754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8064" y="7570274"/>
            <a:ext cx="1555656" cy="15556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88454" y="815327"/>
            <a:ext cx="1883409" cy="67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DDB69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DDB69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1620" y="1698208"/>
            <a:ext cx="8363584" cy="2429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7410" y="2342546"/>
            <a:ext cx="8348345" cy="4659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DDB69E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27746" y="4302125"/>
            <a:ext cx="104997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440" b="1">
                <a:latin typeface="Arial"/>
                <a:cs typeface="Arial"/>
              </a:rPr>
              <a:t>Projet</a:t>
            </a:r>
            <a:r>
              <a:rPr dirty="0" sz="9600" spc="790" b="1">
                <a:latin typeface="Arial"/>
                <a:cs typeface="Arial"/>
              </a:rPr>
              <a:t> </a:t>
            </a:r>
            <a:r>
              <a:rPr dirty="0" sz="9600" spc="325" b="1">
                <a:latin typeface="Arial"/>
                <a:cs typeface="Arial"/>
              </a:rPr>
              <a:t>ZenAssist</a:t>
            </a:r>
            <a:endParaRPr sz="9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1850" spc="170"/>
              <a:t>Huang </a:t>
            </a:r>
            <a:r>
              <a:rPr dirty="0" sz="1850" spc="85"/>
              <a:t>Nicolas </a:t>
            </a:r>
            <a:r>
              <a:rPr dirty="0" sz="1850" spc="55"/>
              <a:t>2025</a:t>
            </a:r>
            <a:endParaRPr sz="1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28755" y="3957424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5">
                <a:moveTo>
                  <a:pt x="282655" y="565309"/>
                </a:moveTo>
                <a:lnTo>
                  <a:pt x="236806" y="561610"/>
                </a:lnTo>
                <a:lnTo>
                  <a:pt x="193314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6"/>
                </a:lnTo>
                <a:lnTo>
                  <a:pt x="31549" y="412550"/>
                </a:lnTo>
                <a:lnTo>
                  <a:pt x="14409" y="371995"/>
                </a:lnTo>
                <a:lnTo>
                  <a:pt x="3699" y="328502"/>
                </a:lnTo>
                <a:lnTo>
                  <a:pt x="0" y="282654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4" y="14409"/>
                </a:lnTo>
                <a:lnTo>
                  <a:pt x="236806" y="3699"/>
                </a:lnTo>
                <a:lnTo>
                  <a:pt x="282655" y="0"/>
                </a:lnTo>
                <a:lnTo>
                  <a:pt x="328503" y="3699"/>
                </a:lnTo>
                <a:lnTo>
                  <a:pt x="371995" y="14409"/>
                </a:lnTo>
                <a:lnTo>
                  <a:pt x="412551" y="31549"/>
                </a:lnTo>
                <a:lnTo>
                  <a:pt x="449587" y="54535"/>
                </a:lnTo>
                <a:lnTo>
                  <a:pt x="482521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899" y="193314"/>
                </a:lnTo>
                <a:lnTo>
                  <a:pt x="561610" y="236806"/>
                </a:lnTo>
                <a:lnTo>
                  <a:pt x="565309" y="282654"/>
                </a:lnTo>
                <a:lnTo>
                  <a:pt x="561610" y="328502"/>
                </a:lnTo>
                <a:lnTo>
                  <a:pt x="550899" y="371995"/>
                </a:lnTo>
                <a:lnTo>
                  <a:pt x="533760" y="412550"/>
                </a:lnTo>
                <a:lnTo>
                  <a:pt x="510773" y="449586"/>
                </a:lnTo>
                <a:lnTo>
                  <a:pt x="482521" y="482521"/>
                </a:lnTo>
                <a:lnTo>
                  <a:pt x="449587" y="510773"/>
                </a:lnTo>
                <a:lnTo>
                  <a:pt x="412551" y="533760"/>
                </a:lnTo>
                <a:lnTo>
                  <a:pt x="371995" y="550899"/>
                </a:lnTo>
                <a:lnTo>
                  <a:pt x="328503" y="561610"/>
                </a:lnTo>
                <a:lnTo>
                  <a:pt x="282655" y="565309"/>
                </a:lnTo>
                <a:close/>
              </a:path>
            </a:pathLst>
          </a:custGeom>
          <a:solidFill>
            <a:srgbClr val="6A6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1850289"/>
            <a:ext cx="5392420" cy="1229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59"/>
              <a:t>Sommaire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492042" y="2639324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6" y="6746"/>
                </a:lnTo>
                <a:lnTo>
                  <a:pt x="210494" y="25533"/>
                </a:lnTo>
                <a:lnTo>
                  <a:pt x="239141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1" y="210493"/>
                </a:lnTo>
                <a:lnTo>
                  <a:pt x="210494" y="239140"/>
                </a:lnTo>
                <a:lnTo>
                  <a:pt x="174166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EB8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528755" y="4938817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5">
                <a:moveTo>
                  <a:pt x="282655" y="565309"/>
                </a:moveTo>
                <a:lnTo>
                  <a:pt x="236806" y="561610"/>
                </a:lnTo>
                <a:lnTo>
                  <a:pt x="193314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6"/>
                </a:lnTo>
                <a:lnTo>
                  <a:pt x="31549" y="412550"/>
                </a:lnTo>
                <a:lnTo>
                  <a:pt x="14409" y="371995"/>
                </a:lnTo>
                <a:lnTo>
                  <a:pt x="3699" y="328502"/>
                </a:lnTo>
                <a:lnTo>
                  <a:pt x="0" y="282654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4" y="14409"/>
                </a:lnTo>
                <a:lnTo>
                  <a:pt x="236806" y="3699"/>
                </a:lnTo>
                <a:lnTo>
                  <a:pt x="282655" y="0"/>
                </a:lnTo>
                <a:lnTo>
                  <a:pt x="328503" y="3699"/>
                </a:lnTo>
                <a:lnTo>
                  <a:pt x="371995" y="14409"/>
                </a:lnTo>
                <a:lnTo>
                  <a:pt x="412551" y="31549"/>
                </a:lnTo>
                <a:lnTo>
                  <a:pt x="449587" y="54535"/>
                </a:lnTo>
                <a:lnTo>
                  <a:pt x="482521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899" y="193314"/>
                </a:lnTo>
                <a:lnTo>
                  <a:pt x="561610" y="236806"/>
                </a:lnTo>
                <a:lnTo>
                  <a:pt x="565309" y="282654"/>
                </a:lnTo>
                <a:lnTo>
                  <a:pt x="561610" y="328502"/>
                </a:lnTo>
                <a:lnTo>
                  <a:pt x="550899" y="371995"/>
                </a:lnTo>
                <a:lnTo>
                  <a:pt x="533760" y="412550"/>
                </a:lnTo>
                <a:lnTo>
                  <a:pt x="510773" y="449586"/>
                </a:lnTo>
                <a:lnTo>
                  <a:pt x="482521" y="482521"/>
                </a:lnTo>
                <a:lnTo>
                  <a:pt x="449587" y="510773"/>
                </a:lnTo>
                <a:lnTo>
                  <a:pt x="412551" y="533760"/>
                </a:lnTo>
                <a:lnTo>
                  <a:pt x="371995" y="550899"/>
                </a:lnTo>
                <a:lnTo>
                  <a:pt x="328503" y="561610"/>
                </a:lnTo>
                <a:lnTo>
                  <a:pt x="282655" y="565309"/>
                </a:lnTo>
                <a:close/>
              </a:path>
            </a:pathLst>
          </a:custGeom>
          <a:solidFill>
            <a:srgbClr val="D98F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528755" y="6123446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4">
                <a:moveTo>
                  <a:pt x="282655" y="565309"/>
                </a:moveTo>
                <a:lnTo>
                  <a:pt x="236806" y="561610"/>
                </a:lnTo>
                <a:lnTo>
                  <a:pt x="193314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7"/>
                </a:lnTo>
                <a:lnTo>
                  <a:pt x="31549" y="412550"/>
                </a:lnTo>
                <a:lnTo>
                  <a:pt x="14409" y="371995"/>
                </a:lnTo>
                <a:lnTo>
                  <a:pt x="3699" y="328502"/>
                </a:lnTo>
                <a:lnTo>
                  <a:pt x="0" y="282654"/>
                </a:lnTo>
                <a:lnTo>
                  <a:pt x="3699" y="236806"/>
                </a:lnTo>
                <a:lnTo>
                  <a:pt x="14409" y="193313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4" y="14409"/>
                </a:lnTo>
                <a:lnTo>
                  <a:pt x="236806" y="3699"/>
                </a:lnTo>
                <a:lnTo>
                  <a:pt x="282655" y="0"/>
                </a:lnTo>
                <a:lnTo>
                  <a:pt x="328503" y="3699"/>
                </a:lnTo>
                <a:lnTo>
                  <a:pt x="371995" y="14409"/>
                </a:lnTo>
                <a:lnTo>
                  <a:pt x="412551" y="31549"/>
                </a:lnTo>
                <a:lnTo>
                  <a:pt x="449587" y="54535"/>
                </a:lnTo>
                <a:lnTo>
                  <a:pt x="482521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899" y="193313"/>
                </a:lnTo>
                <a:lnTo>
                  <a:pt x="561610" y="236806"/>
                </a:lnTo>
                <a:lnTo>
                  <a:pt x="565309" y="282654"/>
                </a:lnTo>
                <a:lnTo>
                  <a:pt x="561610" y="328502"/>
                </a:lnTo>
                <a:lnTo>
                  <a:pt x="550899" y="371995"/>
                </a:lnTo>
                <a:lnTo>
                  <a:pt x="533760" y="412550"/>
                </a:lnTo>
                <a:lnTo>
                  <a:pt x="510773" y="449587"/>
                </a:lnTo>
                <a:lnTo>
                  <a:pt x="482521" y="482521"/>
                </a:lnTo>
                <a:lnTo>
                  <a:pt x="449587" y="510773"/>
                </a:lnTo>
                <a:lnTo>
                  <a:pt x="412551" y="533760"/>
                </a:lnTo>
                <a:lnTo>
                  <a:pt x="371995" y="550899"/>
                </a:lnTo>
                <a:lnTo>
                  <a:pt x="328503" y="561610"/>
                </a:lnTo>
                <a:lnTo>
                  <a:pt x="282655" y="565309"/>
                </a:lnTo>
                <a:close/>
              </a:path>
            </a:pathLst>
          </a:custGeom>
          <a:solidFill>
            <a:srgbClr val="EB8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582477" y="7210218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4">
                <a:moveTo>
                  <a:pt x="282655" y="565309"/>
                </a:moveTo>
                <a:lnTo>
                  <a:pt x="236806" y="561610"/>
                </a:lnTo>
                <a:lnTo>
                  <a:pt x="193314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2"/>
                </a:lnTo>
                <a:lnTo>
                  <a:pt x="54535" y="449587"/>
                </a:lnTo>
                <a:lnTo>
                  <a:pt x="31549" y="412551"/>
                </a:lnTo>
                <a:lnTo>
                  <a:pt x="14409" y="371995"/>
                </a:lnTo>
                <a:lnTo>
                  <a:pt x="3699" y="328503"/>
                </a:lnTo>
                <a:lnTo>
                  <a:pt x="0" y="282655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4" y="14409"/>
                </a:lnTo>
                <a:lnTo>
                  <a:pt x="236806" y="3699"/>
                </a:lnTo>
                <a:lnTo>
                  <a:pt x="282655" y="0"/>
                </a:lnTo>
                <a:lnTo>
                  <a:pt x="328503" y="3699"/>
                </a:lnTo>
                <a:lnTo>
                  <a:pt x="371995" y="14409"/>
                </a:lnTo>
                <a:lnTo>
                  <a:pt x="412551" y="31549"/>
                </a:lnTo>
                <a:lnTo>
                  <a:pt x="449587" y="54535"/>
                </a:lnTo>
                <a:lnTo>
                  <a:pt x="482521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899" y="193314"/>
                </a:lnTo>
                <a:lnTo>
                  <a:pt x="561610" y="236806"/>
                </a:lnTo>
                <a:lnTo>
                  <a:pt x="565309" y="282655"/>
                </a:lnTo>
                <a:lnTo>
                  <a:pt x="561610" y="328503"/>
                </a:lnTo>
                <a:lnTo>
                  <a:pt x="550899" y="371995"/>
                </a:lnTo>
                <a:lnTo>
                  <a:pt x="533760" y="412551"/>
                </a:lnTo>
                <a:lnTo>
                  <a:pt x="510773" y="449587"/>
                </a:lnTo>
                <a:lnTo>
                  <a:pt x="482521" y="482522"/>
                </a:lnTo>
                <a:lnTo>
                  <a:pt x="449587" y="510773"/>
                </a:lnTo>
                <a:lnTo>
                  <a:pt x="412551" y="533760"/>
                </a:lnTo>
                <a:lnTo>
                  <a:pt x="371995" y="550899"/>
                </a:lnTo>
                <a:lnTo>
                  <a:pt x="328503" y="561610"/>
                </a:lnTo>
                <a:lnTo>
                  <a:pt x="282655" y="565309"/>
                </a:lnTo>
                <a:close/>
              </a:path>
            </a:pathLst>
          </a:custGeom>
          <a:solidFill>
            <a:srgbClr val="CDB8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514023" y="8377714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4">
                <a:moveTo>
                  <a:pt x="282655" y="565309"/>
                </a:moveTo>
                <a:lnTo>
                  <a:pt x="236806" y="561610"/>
                </a:lnTo>
                <a:lnTo>
                  <a:pt x="193314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7"/>
                </a:lnTo>
                <a:lnTo>
                  <a:pt x="31549" y="412551"/>
                </a:lnTo>
                <a:lnTo>
                  <a:pt x="14409" y="371995"/>
                </a:lnTo>
                <a:lnTo>
                  <a:pt x="3699" y="328503"/>
                </a:lnTo>
                <a:lnTo>
                  <a:pt x="0" y="282655"/>
                </a:lnTo>
                <a:lnTo>
                  <a:pt x="3699" y="236806"/>
                </a:lnTo>
                <a:lnTo>
                  <a:pt x="14409" y="193313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4" y="14409"/>
                </a:lnTo>
                <a:lnTo>
                  <a:pt x="236806" y="3699"/>
                </a:lnTo>
                <a:lnTo>
                  <a:pt x="282655" y="0"/>
                </a:lnTo>
                <a:lnTo>
                  <a:pt x="328503" y="3699"/>
                </a:lnTo>
                <a:lnTo>
                  <a:pt x="371995" y="14409"/>
                </a:lnTo>
                <a:lnTo>
                  <a:pt x="412551" y="31549"/>
                </a:lnTo>
                <a:lnTo>
                  <a:pt x="449587" y="54535"/>
                </a:lnTo>
                <a:lnTo>
                  <a:pt x="482522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899" y="193313"/>
                </a:lnTo>
                <a:lnTo>
                  <a:pt x="561610" y="236806"/>
                </a:lnTo>
                <a:lnTo>
                  <a:pt x="565309" y="282655"/>
                </a:lnTo>
                <a:lnTo>
                  <a:pt x="561610" y="328503"/>
                </a:lnTo>
                <a:lnTo>
                  <a:pt x="550899" y="371995"/>
                </a:lnTo>
                <a:lnTo>
                  <a:pt x="533760" y="412551"/>
                </a:lnTo>
                <a:lnTo>
                  <a:pt x="510773" y="449587"/>
                </a:lnTo>
                <a:lnTo>
                  <a:pt x="482522" y="482521"/>
                </a:lnTo>
                <a:lnTo>
                  <a:pt x="449587" y="510773"/>
                </a:lnTo>
                <a:lnTo>
                  <a:pt x="412551" y="533760"/>
                </a:lnTo>
                <a:lnTo>
                  <a:pt x="371995" y="550899"/>
                </a:lnTo>
                <a:lnTo>
                  <a:pt x="328503" y="561610"/>
                </a:lnTo>
                <a:lnTo>
                  <a:pt x="282655" y="565309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0" y="4038460"/>
            <a:ext cx="6694805" cy="6249035"/>
            <a:chOff x="0" y="4038460"/>
            <a:chExt cx="6694805" cy="6249035"/>
          </a:xfrm>
        </p:grpSpPr>
        <p:sp>
          <p:nvSpPr>
            <p:cNvPr id="11" name="object 11" descr=""/>
            <p:cNvSpPr/>
            <p:nvPr/>
          </p:nvSpPr>
          <p:spPr>
            <a:xfrm>
              <a:off x="1723924" y="7467072"/>
              <a:ext cx="4970780" cy="2820035"/>
            </a:xfrm>
            <a:custGeom>
              <a:avLst/>
              <a:gdLst/>
              <a:ahLst/>
              <a:cxnLst/>
              <a:rect l="l" t="t" r="r" b="b"/>
              <a:pathLst>
                <a:path w="4970780" h="2820034">
                  <a:moveTo>
                    <a:pt x="56440" y="1720569"/>
                  </a:moveTo>
                  <a:lnTo>
                    <a:pt x="42950" y="1671204"/>
                  </a:lnTo>
                  <a:lnTo>
                    <a:pt x="31246" y="1621386"/>
                  </a:lnTo>
                  <a:lnTo>
                    <a:pt x="21558" y="1572305"/>
                  </a:lnTo>
                  <a:lnTo>
                    <a:pt x="13599" y="1522768"/>
                  </a:lnTo>
                  <a:lnTo>
                    <a:pt x="7418" y="1472852"/>
                  </a:lnTo>
                  <a:lnTo>
                    <a:pt x="3060" y="1422629"/>
                  </a:lnTo>
                  <a:lnTo>
                    <a:pt x="571" y="1372174"/>
                  </a:lnTo>
                  <a:lnTo>
                    <a:pt x="0" y="1321561"/>
                  </a:lnTo>
                  <a:lnTo>
                    <a:pt x="1391" y="1270865"/>
                  </a:lnTo>
                  <a:lnTo>
                    <a:pt x="4792" y="1220161"/>
                  </a:lnTo>
                  <a:lnTo>
                    <a:pt x="10250" y="1169521"/>
                  </a:lnTo>
                  <a:lnTo>
                    <a:pt x="17811" y="1119022"/>
                  </a:lnTo>
                  <a:lnTo>
                    <a:pt x="27521" y="1068737"/>
                  </a:lnTo>
                  <a:lnTo>
                    <a:pt x="39428" y="1018741"/>
                  </a:lnTo>
                  <a:lnTo>
                    <a:pt x="53578" y="969107"/>
                  </a:lnTo>
                  <a:lnTo>
                    <a:pt x="70017" y="919911"/>
                  </a:lnTo>
                  <a:lnTo>
                    <a:pt x="88793" y="871227"/>
                  </a:lnTo>
                  <a:lnTo>
                    <a:pt x="108558" y="825814"/>
                  </a:lnTo>
                  <a:lnTo>
                    <a:pt x="130128" y="781034"/>
                  </a:lnTo>
                  <a:lnTo>
                    <a:pt x="153460" y="736936"/>
                  </a:lnTo>
                  <a:lnTo>
                    <a:pt x="178514" y="693572"/>
                  </a:lnTo>
                  <a:lnTo>
                    <a:pt x="205249" y="650993"/>
                  </a:lnTo>
                  <a:lnTo>
                    <a:pt x="233622" y="609249"/>
                  </a:lnTo>
                  <a:lnTo>
                    <a:pt x="263594" y="568391"/>
                  </a:lnTo>
                  <a:lnTo>
                    <a:pt x="295122" y="528471"/>
                  </a:lnTo>
                  <a:lnTo>
                    <a:pt x="328166" y="489539"/>
                  </a:lnTo>
                  <a:lnTo>
                    <a:pt x="362685" y="451647"/>
                  </a:lnTo>
                  <a:lnTo>
                    <a:pt x="398637" y="414844"/>
                  </a:lnTo>
                  <a:lnTo>
                    <a:pt x="435980" y="379182"/>
                  </a:lnTo>
                  <a:lnTo>
                    <a:pt x="474674" y="344713"/>
                  </a:lnTo>
                  <a:lnTo>
                    <a:pt x="514678" y="311486"/>
                  </a:lnTo>
                  <a:lnTo>
                    <a:pt x="555951" y="279553"/>
                  </a:lnTo>
                  <a:lnTo>
                    <a:pt x="597183" y="249839"/>
                  </a:lnTo>
                  <a:lnTo>
                    <a:pt x="639503" y="221455"/>
                  </a:lnTo>
                  <a:lnTo>
                    <a:pt x="682854" y="194466"/>
                  </a:lnTo>
                  <a:lnTo>
                    <a:pt x="727178" y="168939"/>
                  </a:lnTo>
                  <a:lnTo>
                    <a:pt x="772418" y="144937"/>
                  </a:lnTo>
                  <a:lnTo>
                    <a:pt x="818518" y="122528"/>
                  </a:lnTo>
                  <a:lnTo>
                    <a:pt x="865421" y="101776"/>
                  </a:lnTo>
                  <a:lnTo>
                    <a:pt x="913068" y="82748"/>
                  </a:lnTo>
                  <a:lnTo>
                    <a:pt x="961404" y="65508"/>
                  </a:lnTo>
                  <a:lnTo>
                    <a:pt x="1010370" y="50123"/>
                  </a:lnTo>
                  <a:lnTo>
                    <a:pt x="1059910" y="36657"/>
                  </a:lnTo>
                  <a:lnTo>
                    <a:pt x="1109967" y="25177"/>
                  </a:lnTo>
                  <a:lnTo>
                    <a:pt x="1160483" y="15748"/>
                  </a:lnTo>
                  <a:lnTo>
                    <a:pt x="1211402" y="8436"/>
                  </a:lnTo>
                  <a:lnTo>
                    <a:pt x="1262666" y="3306"/>
                  </a:lnTo>
                  <a:lnTo>
                    <a:pt x="1313216" y="518"/>
                  </a:lnTo>
                  <a:lnTo>
                    <a:pt x="1363354" y="0"/>
                  </a:lnTo>
                  <a:lnTo>
                    <a:pt x="1413083" y="1625"/>
                  </a:lnTo>
                  <a:lnTo>
                    <a:pt x="1462407" y="5269"/>
                  </a:lnTo>
                  <a:lnTo>
                    <a:pt x="1511328" y="10805"/>
                  </a:lnTo>
                  <a:lnTo>
                    <a:pt x="1559849" y="18108"/>
                  </a:lnTo>
                  <a:lnTo>
                    <a:pt x="1607972" y="27053"/>
                  </a:lnTo>
                  <a:lnTo>
                    <a:pt x="1655701" y="37513"/>
                  </a:lnTo>
                  <a:lnTo>
                    <a:pt x="1703038" y="49362"/>
                  </a:lnTo>
                  <a:lnTo>
                    <a:pt x="1749986" y="62476"/>
                  </a:lnTo>
                  <a:lnTo>
                    <a:pt x="1796549" y="76729"/>
                  </a:lnTo>
                  <a:lnTo>
                    <a:pt x="1842728" y="91994"/>
                  </a:lnTo>
                  <a:lnTo>
                    <a:pt x="1888527" y="108146"/>
                  </a:lnTo>
                  <a:lnTo>
                    <a:pt x="1933949" y="125060"/>
                  </a:lnTo>
                  <a:lnTo>
                    <a:pt x="1978995" y="142610"/>
                  </a:lnTo>
                  <a:lnTo>
                    <a:pt x="2023671" y="160670"/>
                  </a:lnTo>
                  <a:lnTo>
                    <a:pt x="2067977" y="179114"/>
                  </a:lnTo>
                  <a:lnTo>
                    <a:pt x="2111917" y="197817"/>
                  </a:lnTo>
                  <a:lnTo>
                    <a:pt x="2156365" y="217082"/>
                  </a:lnTo>
                  <a:lnTo>
                    <a:pt x="2290824" y="276135"/>
                  </a:lnTo>
                  <a:lnTo>
                    <a:pt x="2336103" y="295705"/>
                  </a:lnTo>
                  <a:lnTo>
                    <a:pt x="2381655" y="314950"/>
                  </a:lnTo>
                  <a:lnTo>
                    <a:pt x="2427506" y="333712"/>
                  </a:lnTo>
                  <a:lnTo>
                    <a:pt x="2473684" y="351829"/>
                  </a:lnTo>
                  <a:lnTo>
                    <a:pt x="2520214" y="369142"/>
                  </a:lnTo>
                  <a:lnTo>
                    <a:pt x="2567123" y="385491"/>
                  </a:lnTo>
                  <a:lnTo>
                    <a:pt x="2614436" y="400716"/>
                  </a:lnTo>
                  <a:lnTo>
                    <a:pt x="2662181" y="414657"/>
                  </a:lnTo>
                  <a:lnTo>
                    <a:pt x="2710383" y="427153"/>
                  </a:lnTo>
                  <a:lnTo>
                    <a:pt x="2759069" y="438045"/>
                  </a:lnTo>
                  <a:lnTo>
                    <a:pt x="2808266" y="447173"/>
                  </a:lnTo>
                  <a:lnTo>
                    <a:pt x="2857999" y="454377"/>
                  </a:lnTo>
                  <a:lnTo>
                    <a:pt x="2908295" y="459496"/>
                  </a:lnTo>
                  <a:lnTo>
                    <a:pt x="2959180" y="462371"/>
                  </a:lnTo>
                  <a:lnTo>
                    <a:pt x="3008376" y="462705"/>
                  </a:lnTo>
                  <a:lnTo>
                    <a:pt x="3057198" y="460587"/>
                  </a:lnTo>
                  <a:lnTo>
                    <a:pt x="3105682" y="456254"/>
                  </a:lnTo>
                  <a:lnTo>
                    <a:pt x="3153868" y="449945"/>
                  </a:lnTo>
                  <a:lnTo>
                    <a:pt x="3201795" y="441899"/>
                  </a:lnTo>
                  <a:lnTo>
                    <a:pt x="3249501" y="432353"/>
                  </a:lnTo>
                  <a:lnTo>
                    <a:pt x="3297024" y="421547"/>
                  </a:lnTo>
                  <a:lnTo>
                    <a:pt x="3344405" y="409719"/>
                  </a:lnTo>
                  <a:lnTo>
                    <a:pt x="3391680" y="397107"/>
                  </a:lnTo>
                  <a:lnTo>
                    <a:pt x="3438890" y="383949"/>
                  </a:lnTo>
                  <a:lnTo>
                    <a:pt x="3580508" y="343586"/>
                  </a:lnTo>
                  <a:lnTo>
                    <a:pt x="3627840" y="330630"/>
                  </a:lnTo>
                  <a:lnTo>
                    <a:pt x="3675299" y="318320"/>
                  </a:lnTo>
                  <a:lnTo>
                    <a:pt x="3722925" y="306895"/>
                  </a:lnTo>
                  <a:lnTo>
                    <a:pt x="3770755" y="296593"/>
                  </a:lnTo>
                  <a:lnTo>
                    <a:pt x="3818828" y="287653"/>
                  </a:lnTo>
                  <a:lnTo>
                    <a:pt x="3866956" y="280531"/>
                  </a:lnTo>
                  <a:lnTo>
                    <a:pt x="3915074" y="275555"/>
                  </a:lnTo>
                  <a:lnTo>
                    <a:pt x="3963090" y="272826"/>
                  </a:lnTo>
                  <a:lnTo>
                    <a:pt x="4010912" y="272443"/>
                  </a:lnTo>
                  <a:lnTo>
                    <a:pt x="4058446" y="274504"/>
                  </a:lnTo>
                  <a:lnTo>
                    <a:pt x="4105601" y="279110"/>
                  </a:lnTo>
                  <a:lnTo>
                    <a:pt x="4152284" y="286359"/>
                  </a:lnTo>
                  <a:lnTo>
                    <a:pt x="4198403" y="296352"/>
                  </a:lnTo>
                  <a:lnTo>
                    <a:pt x="4243865" y="309187"/>
                  </a:lnTo>
                  <a:lnTo>
                    <a:pt x="4293699" y="327061"/>
                  </a:lnTo>
                  <a:lnTo>
                    <a:pt x="4342205" y="347799"/>
                  </a:lnTo>
                  <a:lnTo>
                    <a:pt x="4389384" y="371401"/>
                  </a:lnTo>
                  <a:lnTo>
                    <a:pt x="4435236" y="397868"/>
                  </a:lnTo>
                  <a:lnTo>
                    <a:pt x="4479440" y="427002"/>
                  </a:lnTo>
                  <a:lnTo>
                    <a:pt x="4521679" y="458606"/>
                  </a:lnTo>
                  <a:lnTo>
                    <a:pt x="4561951" y="492680"/>
                  </a:lnTo>
                  <a:lnTo>
                    <a:pt x="4600258" y="529224"/>
                  </a:lnTo>
                  <a:lnTo>
                    <a:pt x="4635350" y="565846"/>
                  </a:lnTo>
                  <a:lnTo>
                    <a:pt x="4668471" y="603765"/>
                  </a:lnTo>
                  <a:lnTo>
                    <a:pt x="4699658" y="642908"/>
                  </a:lnTo>
                  <a:lnTo>
                    <a:pt x="4728946" y="683203"/>
                  </a:lnTo>
                  <a:lnTo>
                    <a:pt x="4756370" y="724580"/>
                  </a:lnTo>
                  <a:lnTo>
                    <a:pt x="4781966" y="766965"/>
                  </a:lnTo>
                  <a:lnTo>
                    <a:pt x="4805770" y="810288"/>
                  </a:lnTo>
                  <a:lnTo>
                    <a:pt x="4827817" y="854476"/>
                  </a:lnTo>
                  <a:lnTo>
                    <a:pt x="4848143" y="899457"/>
                  </a:lnTo>
                  <a:lnTo>
                    <a:pt x="4866783" y="945160"/>
                  </a:lnTo>
                  <a:lnTo>
                    <a:pt x="4883774" y="991513"/>
                  </a:lnTo>
                  <a:lnTo>
                    <a:pt x="4899150" y="1038443"/>
                  </a:lnTo>
                  <a:lnTo>
                    <a:pt x="4912948" y="1085880"/>
                  </a:lnTo>
                  <a:lnTo>
                    <a:pt x="4925202" y="1133750"/>
                  </a:lnTo>
                  <a:lnTo>
                    <a:pt x="4935949" y="1181983"/>
                  </a:lnTo>
                  <a:lnTo>
                    <a:pt x="4945224" y="1230506"/>
                  </a:lnTo>
                  <a:lnTo>
                    <a:pt x="4953062" y="1279248"/>
                  </a:lnTo>
                  <a:lnTo>
                    <a:pt x="4959848" y="1332652"/>
                  </a:lnTo>
                  <a:lnTo>
                    <a:pt x="4964971" y="1386190"/>
                  </a:lnTo>
                  <a:lnTo>
                    <a:pt x="4968434" y="1439860"/>
                  </a:lnTo>
                  <a:lnTo>
                    <a:pt x="4970235" y="1493664"/>
                  </a:lnTo>
                  <a:lnTo>
                    <a:pt x="4970373" y="1547497"/>
                  </a:lnTo>
                  <a:lnTo>
                    <a:pt x="4968845" y="1601257"/>
                  </a:lnTo>
                  <a:lnTo>
                    <a:pt x="4965653" y="1654944"/>
                  </a:lnTo>
                  <a:lnTo>
                    <a:pt x="4960795" y="1708558"/>
                  </a:lnTo>
                  <a:lnTo>
                    <a:pt x="4954284" y="1761997"/>
                  </a:lnTo>
                  <a:lnTo>
                    <a:pt x="4946128" y="1815157"/>
                  </a:lnTo>
                  <a:lnTo>
                    <a:pt x="4936330" y="1868039"/>
                  </a:lnTo>
                  <a:lnTo>
                    <a:pt x="4924888" y="1920642"/>
                  </a:lnTo>
                  <a:lnTo>
                    <a:pt x="4911826" y="1972867"/>
                  </a:lnTo>
                  <a:lnTo>
                    <a:pt x="4897168" y="2024613"/>
                  </a:lnTo>
                  <a:lnTo>
                    <a:pt x="4880914" y="2075880"/>
                  </a:lnTo>
                  <a:lnTo>
                    <a:pt x="4863063" y="2126668"/>
                  </a:lnTo>
                  <a:lnTo>
                    <a:pt x="4845445" y="2172651"/>
                  </a:lnTo>
                  <a:lnTo>
                    <a:pt x="4826562" y="2218124"/>
                  </a:lnTo>
                  <a:lnTo>
                    <a:pt x="4806490" y="2263115"/>
                  </a:lnTo>
                  <a:lnTo>
                    <a:pt x="4785305" y="2307655"/>
                  </a:lnTo>
                  <a:lnTo>
                    <a:pt x="4763082" y="2351771"/>
                  </a:lnTo>
                  <a:lnTo>
                    <a:pt x="4739896" y="2395493"/>
                  </a:lnTo>
                  <a:lnTo>
                    <a:pt x="4715824" y="2438850"/>
                  </a:lnTo>
                  <a:lnTo>
                    <a:pt x="4690941" y="2481870"/>
                  </a:lnTo>
                  <a:lnTo>
                    <a:pt x="4665323" y="2524583"/>
                  </a:lnTo>
                  <a:lnTo>
                    <a:pt x="4639045" y="2567016"/>
                  </a:lnTo>
                  <a:lnTo>
                    <a:pt x="4612183" y="2609201"/>
                  </a:lnTo>
                  <a:lnTo>
                    <a:pt x="4584812" y="2651164"/>
                  </a:lnTo>
                  <a:lnTo>
                    <a:pt x="4557009" y="2692936"/>
                  </a:lnTo>
                  <a:lnTo>
                    <a:pt x="4528848" y="2734544"/>
                  </a:lnTo>
                  <a:lnTo>
                    <a:pt x="4500406" y="2776019"/>
                  </a:lnTo>
                  <a:lnTo>
                    <a:pt x="4469989" y="2819927"/>
                  </a:lnTo>
                  <a:lnTo>
                    <a:pt x="1022721" y="2819927"/>
                  </a:lnTo>
                  <a:lnTo>
                    <a:pt x="973859" y="2788724"/>
                  </a:lnTo>
                  <a:lnTo>
                    <a:pt x="886275" y="2732413"/>
                  </a:lnTo>
                  <a:lnTo>
                    <a:pt x="842785" y="2703899"/>
                  </a:lnTo>
                  <a:lnTo>
                    <a:pt x="799628" y="2674996"/>
                  </a:lnTo>
                  <a:lnTo>
                    <a:pt x="756900" y="2645591"/>
                  </a:lnTo>
                  <a:lnTo>
                    <a:pt x="714700" y="2615570"/>
                  </a:lnTo>
                  <a:lnTo>
                    <a:pt x="673126" y="2584821"/>
                  </a:lnTo>
                  <a:lnTo>
                    <a:pt x="632519" y="2553343"/>
                  </a:lnTo>
                  <a:lnTo>
                    <a:pt x="592885" y="2520834"/>
                  </a:lnTo>
                  <a:lnTo>
                    <a:pt x="554225" y="2487292"/>
                  </a:lnTo>
                  <a:lnTo>
                    <a:pt x="516538" y="2452719"/>
                  </a:lnTo>
                  <a:lnTo>
                    <a:pt x="479825" y="2417113"/>
                  </a:lnTo>
                  <a:lnTo>
                    <a:pt x="444085" y="2380475"/>
                  </a:lnTo>
                  <a:lnTo>
                    <a:pt x="409319" y="2342805"/>
                  </a:lnTo>
                  <a:lnTo>
                    <a:pt x="375527" y="2304103"/>
                  </a:lnTo>
                  <a:lnTo>
                    <a:pt x="342575" y="2264030"/>
                  </a:lnTo>
                  <a:lnTo>
                    <a:pt x="310874" y="2223018"/>
                  </a:lnTo>
                  <a:lnTo>
                    <a:pt x="280464" y="2181103"/>
                  </a:lnTo>
                  <a:lnTo>
                    <a:pt x="251386" y="2138323"/>
                  </a:lnTo>
                  <a:lnTo>
                    <a:pt x="223682" y="2094715"/>
                  </a:lnTo>
                  <a:lnTo>
                    <a:pt x="197393" y="2050318"/>
                  </a:lnTo>
                  <a:lnTo>
                    <a:pt x="172560" y="2005168"/>
                  </a:lnTo>
                  <a:lnTo>
                    <a:pt x="149223" y="1959303"/>
                  </a:lnTo>
                  <a:lnTo>
                    <a:pt x="127426" y="1912761"/>
                  </a:lnTo>
                  <a:lnTo>
                    <a:pt x="107207" y="1865579"/>
                  </a:lnTo>
                  <a:lnTo>
                    <a:pt x="88609" y="1817795"/>
                  </a:lnTo>
                  <a:lnTo>
                    <a:pt x="71673" y="1769446"/>
                  </a:lnTo>
                  <a:lnTo>
                    <a:pt x="56440" y="1720569"/>
                  </a:lnTo>
                  <a:close/>
                </a:path>
              </a:pathLst>
            </a:custGeom>
            <a:solidFill>
              <a:srgbClr val="EB8F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038460"/>
              <a:ext cx="5142615" cy="6248539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3307610" y="3933244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5">
                <a:moveTo>
                  <a:pt x="282654" y="565309"/>
                </a:moveTo>
                <a:lnTo>
                  <a:pt x="236806" y="561610"/>
                </a:lnTo>
                <a:lnTo>
                  <a:pt x="193313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6"/>
                </a:lnTo>
                <a:lnTo>
                  <a:pt x="31549" y="412550"/>
                </a:lnTo>
                <a:lnTo>
                  <a:pt x="14409" y="371995"/>
                </a:lnTo>
                <a:lnTo>
                  <a:pt x="3699" y="328502"/>
                </a:lnTo>
                <a:lnTo>
                  <a:pt x="0" y="282654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3" y="14409"/>
                </a:lnTo>
                <a:lnTo>
                  <a:pt x="236806" y="3699"/>
                </a:lnTo>
                <a:lnTo>
                  <a:pt x="282654" y="0"/>
                </a:lnTo>
                <a:lnTo>
                  <a:pt x="328502" y="3699"/>
                </a:lnTo>
                <a:lnTo>
                  <a:pt x="371995" y="14409"/>
                </a:lnTo>
                <a:lnTo>
                  <a:pt x="412550" y="31549"/>
                </a:lnTo>
                <a:lnTo>
                  <a:pt x="449587" y="54535"/>
                </a:lnTo>
                <a:lnTo>
                  <a:pt x="482522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900" y="193314"/>
                </a:lnTo>
                <a:lnTo>
                  <a:pt x="561610" y="236806"/>
                </a:lnTo>
                <a:lnTo>
                  <a:pt x="565310" y="282654"/>
                </a:lnTo>
                <a:lnTo>
                  <a:pt x="561610" y="328502"/>
                </a:lnTo>
                <a:lnTo>
                  <a:pt x="550900" y="371995"/>
                </a:lnTo>
                <a:lnTo>
                  <a:pt x="533760" y="412550"/>
                </a:lnTo>
                <a:lnTo>
                  <a:pt x="510773" y="449586"/>
                </a:lnTo>
                <a:lnTo>
                  <a:pt x="482522" y="482521"/>
                </a:lnTo>
                <a:lnTo>
                  <a:pt x="449587" y="510773"/>
                </a:lnTo>
                <a:lnTo>
                  <a:pt x="412550" y="533760"/>
                </a:lnTo>
                <a:lnTo>
                  <a:pt x="371995" y="550899"/>
                </a:lnTo>
                <a:lnTo>
                  <a:pt x="328502" y="561610"/>
                </a:lnTo>
                <a:lnTo>
                  <a:pt x="282654" y="565309"/>
                </a:lnTo>
                <a:close/>
              </a:path>
            </a:pathLst>
          </a:custGeom>
          <a:solidFill>
            <a:srgbClr val="EBD9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3324313" y="5081217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5">
                <a:moveTo>
                  <a:pt x="282654" y="565309"/>
                </a:moveTo>
                <a:lnTo>
                  <a:pt x="236806" y="561610"/>
                </a:lnTo>
                <a:lnTo>
                  <a:pt x="193313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7"/>
                </a:lnTo>
                <a:lnTo>
                  <a:pt x="31549" y="412550"/>
                </a:lnTo>
                <a:lnTo>
                  <a:pt x="14409" y="371995"/>
                </a:lnTo>
                <a:lnTo>
                  <a:pt x="3699" y="328502"/>
                </a:lnTo>
                <a:lnTo>
                  <a:pt x="0" y="282654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3" y="14409"/>
                </a:lnTo>
                <a:lnTo>
                  <a:pt x="236806" y="3699"/>
                </a:lnTo>
                <a:lnTo>
                  <a:pt x="282654" y="0"/>
                </a:lnTo>
                <a:lnTo>
                  <a:pt x="328502" y="3699"/>
                </a:lnTo>
                <a:lnTo>
                  <a:pt x="371995" y="14409"/>
                </a:lnTo>
                <a:lnTo>
                  <a:pt x="412550" y="31549"/>
                </a:lnTo>
                <a:lnTo>
                  <a:pt x="449587" y="54535"/>
                </a:lnTo>
                <a:lnTo>
                  <a:pt x="482522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900" y="193314"/>
                </a:lnTo>
                <a:lnTo>
                  <a:pt x="561610" y="236806"/>
                </a:lnTo>
                <a:lnTo>
                  <a:pt x="565310" y="282654"/>
                </a:lnTo>
                <a:lnTo>
                  <a:pt x="561610" y="328502"/>
                </a:lnTo>
                <a:lnTo>
                  <a:pt x="550900" y="371995"/>
                </a:lnTo>
                <a:lnTo>
                  <a:pt x="533760" y="412550"/>
                </a:lnTo>
                <a:lnTo>
                  <a:pt x="510773" y="449587"/>
                </a:lnTo>
                <a:lnTo>
                  <a:pt x="482522" y="482521"/>
                </a:lnTo>
                <a:lnTo>
                  <a:pt x="449587" y="510773"/>
                </a:lnTo>
                <a:lnTo>
                  <a:pt x="412550" y="533760"/>
                </a:lnTo>
                <a:lnTo>
                  <a:pt x="371995" y="550899"/>
                </a:lnTo>
                <a:lnTo>
                  <a:pt x="328502" y="561610"/>
                </a:lnTo>
                <a:lnTo>
                  <a:pt x="282654" y="565309"/>
                </a:lnTo>
                <a:close/>
              </a:path>
            </a:pathLst>
          </a:custGeom>
          <a:solidFill>
            <a:srgbClr val="4589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288946" y="3954730"/>
            <a:ext cx="3330575" cy="4330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spc="235">
                <a:latin typeface="Arial MT"/>
                <a:cs typeface="Arial MT"/>
              </a:rPr>
              <a:t>Contexte</a:t>
            </a:r>
            <a:r>
              <a:rPr dirty="0" sz="2650" spc="-85">
                <a:latin typeface="Arial MT"/>
                <a:cs typeface="Arial MT"/>
              </a:rPr>
              <a:t> </a:t>
            </a:r>
            <a:r>
              <a:rPr dirty="0" sz="2650" spc="355">
                <a:latin typeface="Arial MT"/>
                <a:cs typeface="Arial MT"/>
              </a:rPr>
              <a:t>du</a:t>
            </a:r>
            <a:r>
              <a:rPr dirty="0" sz="2650" spc="-80">
                <a:latin typeface="Arial MT"/>
                <a:cs typeface="Arial MT"/>
              </a:rPr>
              <a:t> </a:t>
            </a:r>
            <a:r>
              <a:rPr dirty="0" sz="2650" spc="275">
                <a:latin typeface="Arial MT"/>
                <a:cs typeface="Arial MT"/>
              </a:rPr>
              <a:t>projet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245100" y="5041846"/>
            <a:ext cx="2923540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285">
                <a:latin typeface="Arial MT"/>
                <a:cs typeface="Arial MT"/>
              </a:rPr>
              <a:t>Jeu</a:t>
            </a:r>
            <a:r>
              <a:rPr dirty="0" sz="2750" spc="-100">
                <a:latin typeface="Arial MT"/>
                <a:cs typeface="Arial MT"/>
              </a:rPr>
              <a:t> </a:t>
            </a:r>
            <a:r>
              <a:rPr dirty="0" sz="2750" spc="305">
                <a:latin typeface="Arial MT"/>
                <a:cs typeface="Arial MT"/>
              </a:rPr>
              <a:t>de</a:t>
            </a:r>
            <a:r>
              <a:rPr dirty="0" sz="2750" spc="-95">
                <a:latin typeface="Arial MT"/>
                <a:cs typeface="Arial MT"/>
              </a:rPr>
              <a:t> </a:t>
            </a:r>
            <a:r>
              <a:rPr dirty="0" sz="2750" spc="265">
                <a:latin typeface="Arial MT"/>
                <a:cs typeface="Arial MT"/>
              </a:rPr>
              <a:t>données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245100" y="6084075"/>
            <a:ext cx="4079875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265">
                <a:latin typeface="Arial MT"/>
                <a:cs typeface="Arial MT"/>
              </a:rPr>
              <a:t>Objectifs</a:t>
            </a:r>
            <a:r>
              <a:rPr dirty="0" sz="2750" spc="-90">
                <a:latin typeface="Arial MT"/>
                <a:cs typeface="Arial MT"/>
              </a:rPr>
              <a:t> </a:t>
            </a:r>
            <a:r>
              <a:rPr dirty="0" sz="2750" spc="265">
                <a:latin typeface="Arial MT"/>
                <a:cs typeface="Arial MT"/>
              </a:rPr>
              <a:t>et</a:t>
            </a:r>
            <a:r>
              <a:rPr dirty="0" sz="2750" spc="-90">
                <a:latin typeface="Arial MT"/>
                <a:cs typeface="Arial MT"/>
              </a:rPr>
              <a:t> </a:t>
            </a:r>
            <a:r>
              <a:rPr dirty="0" sz="2750" spc="270">
                <a:latin typeface="Arial MT"/>
                <a:cs typeface="Arial MT"/>
              </a:rPr>
              <a:t>métriques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213905" y="7018805"/>
            <a:ext cx="2981325" cy="1109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spc="285">
                <a:latin typeface="Arial MT"/>
                <a:cs typeface="Arial MT"/>
              </a:rPr>
              <a:t>Approche</a:t>
            </a:r>
            <a:r>
              <a:rPr dirty="0" sz="2650" spc="-85">
                <a:latin typeface="Arial MT"/>
                <a:cs typeface="Arial MT"/>
              </a:rPr>
              <a:t> </a:t>
            </a:r>
            <a:r>
              <a:rPr dirty="0" sz="2650" spc="-459">
                <a:latin typeface="Arial MT"/>
                <a:cs typeface="Arial MT"/>
              </a:rPr>
              <a:t>1</a:t>
            </a:r>
            <a:r>
              <a:rPr dirty="0" sz="2650" spc="-75">
                <a:latin typeface="Arial MT"/>
                <a:cs typeface="Arial MT"/>
              </a:rPr>
              <a:t> </a:t>
            </a:r>
            <a:r>
              <a:rPr dirty="0" sz="2650" spc="-229">
                <a:latin typeface="Arial MT"/>
                <a:cs typeface="Arial MT"/>
              </a:rPr>
              <a:t>:</a:t>
            </a:r>
            <a:r>
              <a:rPr dirty="0" sz="2650" spc="-85">
                <a:latin typeface="Arial MT"/>
                <a:cs typeface="Arial MT"/>
              </a:rPr>
              <a:t> </a:t>
            </a:r>
            <a:r>
              <a:rPr dirty="0" sz="2650" spc="250">
                <a:latin typeface="Arial MT"/>
                <a:cs typeface="Arial MT"/>
              </a:rPr>
              <a:t>LLM</a:t>
            </a:r>
            <a:endParaRPr sz="2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2650" spc="210">
                <a:latin typeface="Arial MT"/>
                <a:cs typeface="Arial MT"/>
              </a:rPr>
              <a:t>(Mistral</a:t>
            </a:r>
            <a:r>
              <a:rPr dirty="0" sz="2650" spc="-95">
                <a:latin typeface="Arial MT"/>
                <a:cs typeface="Arial MT"/>
              </a:rPr>
              <a:t> </a:t>
            </a:r>
            <a:r>
              <a:rPr dirty="0" sz="2650" spc="-25">
                <a:latin typeface="Arial MT"/>
                <a:cs typeface="Arial MT"/>
              </a:rPr>
              <a:t>AI)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101204" y="3763064"/>
            <a:ext cx="3396615" cy="987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250">
                <a:latin typeface="Arial MT"/>
                <a:cs typeface="Arial MT"/>
              </a:rPr>
              <a:t>Approche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65">
                <a:latin typeface="Arial MT"/>
                <a:cs typeface="Arial MT"/>
              </a:rPr>
              <a:t>2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195">
                <a:latin typeface="Arial MT"/>
                <a:cs typeface="Arial MT"/>
              </a:rPr>
              <a:t>: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240">
                <a:latin typeface="Arial MT"/>
                <a:cs typeface="Arial MT"/>
              </a:rPr>
              <a:t>Machine</a:t>
            </a:r>
            <a:endParaRPr sz="2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350" spc="245">
                <a:latin typeface="Arial MT"/>
                <a:cs typeface="Arial MT"/>
              </a:rPr>
              <a:t>Learning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 spc="190">
                <a:latin typeface="Arial MT"/>
                <a:cs typeface="Arial MT"/>
              </a:rPr>
              <a:t>classique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17305" y="3524254"/>
            <a:ext cx="851535" cy="56680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93700">
              <a:lnSpc>
                <a:spcPts val="8970"/>
              </a:lnSpc>
              <a:spcBef>
                <a:spcPts val="110"/>
              </a:spcBef>
            </a:pPr>
            <a:r>
              <a:rPr dirty="0" sz="7650" spc="-1240" b="1">
                <a:latin typeface="Arial"/>
                <a:cs typeface="Arial"/>
              </a:rPr>
              <a:t>1</a:t>
            </a:r>
            <a:endParaRPr sz="7650">
              <a:latin typeface="Arial"/>
              <a:cs typeface="Arial"/>
            </a:endParaRPr>
          </a:p>
          <a:p>
            <a:pPr marL="261620">
              <a:lnSpc>
                <a:spcPts val="8950"/>
              </a:lnSpc>
            </a:pPr>
            <a:r>
              <a:rPr dirty="0" sz="7650" spc="204" b="1">
                <a:latin typeface="Arial"/>
                <a:cs typeface="Arial"/>
              </a:rPr>
              <a:t>2</a:t>
            </a:r>
            <a:endParaRPr sz="7650">
              <a:latin typeface="Arial"/>
              <a:cs typeface="Arial"/>
            </a:endParaRPr>
          </a:p>
          <a:p>
            <a:pPr marL="244475">
              <a:lnSpc>
                <a:spcPts val="8670"/>
              </a:lnSpc>
            </a:pPr>
            <a:r>
              <a:rPr dirty="0" sz="7650" spc="330" b="1">
                <a:latin typeface="Arial"/>
                <a:cs typeface="Arial"/>
              </a:rPr>
              <a:t>3</a:t>
            </a:r>
            <a:endParaRPr sz="7650">
              <a:latin typeface="Arial"/>
              <a:cs typeface="Arial"/>
            </a:endParaRPr>
          </a:p>
          <a:p>
            <a:pPr marL="191135">
              <a:lnSpc>
                <a:spcPts val="8670"/>
              </a:lnSpc>
            </a:pPr>
            <a:r>
              <a:rPr dirty="0" sz="7650" spc="715" b="1">
                <a:latin typeface="Arial"/>
                <a:cs typeface="Arial"/>
              </a:rPr>
              <a:t>4</a:t>
            </a:r>
            <a:endParaRPr sz="7650">
              <a:latin typeface="Arial"/>
              <a:cs typeface="Arial"/>
            </a:endParaRPr>
          </a:p>
          <a:p>
            <a:pPr marL="12700">
              <a:lnSpc>
                <a:spcPts val="9155"/>
              </a:lnSpc>
            </a:pPr>
            <a:r>
              <a:rPr dirty="0" sz="7650" spc="500" b="1">
                <a:latin typeface="Arial"/>
                <a:cs typeface="Arial"/>
              </a:rPr>
              <a:t>5</a:t>
            </a:r>
            <a:endParaRPr sz="76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101204" y="5113047"/>
            <a:ext cx="2359660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190">
                <a:latin typeface="Arial MT"/>
                <a:cs typeface="Arial MT"/>
              </a:rPr>
              <a:t>Résultats</a:t>
            </a:r>
            <a:r>
              <a:rPr dirty="0" sz="2750" spc="-100">
                <a:latin typeface="Arial MT"/>
                <a:cs typeface="Arial MT"/>
              </a:rPr>
              <a:t> </a:t>
            </a:r>
            <a:r>
              <a:rPr dirty="0" sz="2750" spc="305">
                <a:latin typeface="Arial MT"/>
                <a:cs typeface="Arial MT"/>
              </a:rPr>
              <a:t>ML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101204" y="7230013"/>
            <a:ext cx="1755775" cy="417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235">
                <a:latin typeface="Arial MT"/>
                <a:cs typeface="Arial MT"/>
              </a:rPr>
              <a:t>Conlusion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45100" y="8408019"/>
            <a:ext cx="2491105" cy="4330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spc="170">
                <a:latin typeface="Arial MT"/>
                <a:cs typeface="Arial MT"/>
              </a:rPr>
              <a:t>Résultats</a:t>
            </a:r>
            <a:r>
              <a:rPr dirty="0" sz="2650" spc="-65">
                <a:latin typeface="Arial MT"/>
                <a:cs typeface="Arial MT"/>
              </a:rPr>
              <a:t> </a:t>
            </a:r>
            <a:r>
              <a:rPr dirty="0" sz="2650" spc="250">
                <a:latin typeface="Arial MT"/>
                <a:cs typeface="Arial MT"/>
              </a:rPr>
              <a:t>LLM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549301" y="3477053"/>
            <a:ext cx="984885" cy="5604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57150">
              <a:lnSpc>
                <a:spcPct val="100000"/>
              </a:lnSpc>
              <a:spcBef>
                <a:spcPts val="110"/>
              </a:spcBef>
            </a:pPr>
            <a:r>
              <a:rPr dirty="0" sz="7650" spc="160" b="1">
                <a:latin typeface="Arial"/>
                <a:cs typeface="Arial"/>
              </a:rPr>
              <a:t>6</a:t>
            </a:r>
            <a:endParaRPr sz="7650">
              <a:latin typeface="Arial"/>
              <a:cs typeface="Arial"/>
            </a:endParaRPr>
          </a:p>
          <a:p>
            <a:pPr algn="r" marR="81915">
              <a:lnSpc>
                <a:spcPts val="8760"/>
              </a:lnSpc>
              <a:spcBef>
                <a:spcPts val="90"/>
              </a:spcBef>
            </a:pPr>
            <a:r>
              <a:rPr dirty="0" sz="7650" spc="-50" b="1">
                <a:latin typeface="Arial"/>
                <a:cs typeface="Arial"/>
              </a:rPr>
              <a:t>7</a:t>
            </a:r>
            <a:endParaRPr sz="7650">
              <a:latin typeface="Arial"/>
              <a:cs typeface="Arial"/>
            </a:endParaRPr>
          </a:p>
          <a:p>
            <a:pPr algn="r" marR="62230">
              <a:lnSpc>
                <a:spcPts val="8480"/>
              </a:lnSpc>
            </a:pPr>
            <a:r>
              <a:rPr dirty="0" sz="7650" spc="75" b="1">
                <a:latin typeface="Arial"/>
                <a:cs typeface="Arial"/>
              </a:rPr>
              <a:t>8</a:t>
            </a:r>
            <a:endParaRPr sz="7650">
              <a:latin typeface="Arial"/>
              <a:cs typeface="Arial"/>
            </a:endParaRPr>
          </a:p>
          <a:p>
            <a:pPr algn="r" marR="86995">
              <a:lnSpc>
                <a:spcPts val="8560"/>
              </a:lnSpc>
            </a:pPr>
            <a:r>
              <a:rPr dirty="0" sz="7650" spc="120" b="1">
                <a:latin typeface="Arial"/>
                <a:cs typeface="Arial"/>
              </a:rPr>
              <a:t>9</a:t>
            </a:r>
            <a:endParaRPr sz="7650">
              <a:latin typeface="Arial"/>
              <a:cs typeface="Arial"/>
            </a:endParaRPr>
          </a:p>
          <a:p>
            <a:pPr algn="r" marR="5080">
              <a:lnSpc>
                <a:spcPts val="8845"/>
              </a:lnSpc>
            </a:pPr>
            <a:r>
              <a:rPr dirty="0" sz="7650" spc="-515" b="1">
                <a:latin typeface="Arial"/>
                <a:cs typeface="Arial"/>
              </a:rPr>
              <a:t>10</a:t>
            </a:r>
            <a:endParaRPr sz="765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3339046" y="6136944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4">
                <a:moveTo>
                  <a:pt x="282654" y="565309"/>
                </a:moveTo>
                <a:lnTo>
                  <a:pt x="236806" y="561610"/>
                </a:lnTo>
                <a:lnTo>
                  <a:pt x="193313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7"/>
                </a:lnTo>
                <a:lnTo>
                  <a:pt x="31549" y="412550"/>
                </a:lnTo>
                <a:lnTo>
                  <a:pt x="14409" y="371995"/>
                </a:lnTo>
                <a:lnTo>
                  <a:pt x="3699" y="328502"/>
                </a:lnTo>
                <a:lnTo>
                  <a:pt x="0" y="282654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6"/>
                </a:lnTo>
                <a:lnTo>
                  <a:pt x="152758" y="31549"/>
                </a:lnTo>
                <a:lnTo>
                  <a:pt x="193313" y="14409"/>
                </a:lnTo>
                <a:lnTo>
                  <a:pt x="236806" y="3699"/>
                </a:lnTo>
                <a:lnTo>
                  <a:pt x="282654" y="0"/>
                </a:lnTo>
                <a:lnTo>
                  <a:pt x="328502" y="3699"/>
                </a:lnTo>
                <a:lnTo>
                  <a:pt x="371995" y="14409"/>
                </a:lnTo>
                <a:lnTo>
                  <a:pt x="412550" y="31549"/>
                </a:lnTo>
                <a:lnTo>
                  <a:pt x="449587" y="54536"/>
                </a:lnTo>
                <a:lnTo>
                  <a:pt x="482522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900" y="193314"/>
                </a:lnTo>
                <a:lnTo>
                  <a:pt x="561610" y="236806"/>
                </a:lnTo>
                <a:lnTo>
                  <a:pt x="565310" y="282654"/>
                </a:lnTo>
                <a:lnTo>
                  <a:pt x="561610" y="328502"/>
                </a:lnTo>
                <a:lnTo>
                  <a:pt x="550900" y="371995"/>
                </a:lnTo>
                <a:lnTo>
                  <a:pt x="533760" y="412550"/>
                </a:lnTo>
                <a:lnTo>
                  <a:pt x="510773" y="449587"/>
                </a:lnTo>
                <a:lnTo>
                  <a:pt x="482522" y="482521"/>
                </a:lnTo>
                <a:lnTo>
                  <a:pt x="449587" y="510773"/>
                </a:lnTo>
                <a:lnTo>
                  <a:pt x="412550" y="533760"/>
                </a:lnTo>
                <a:lnTo>
                  <a:pt x="371995" y="550899"/>
                </a:lnTo>
                <a:lnTo>
                  <a:pt x="328502" y="561610"/>
                </a:lnTo>
                <a:lnTo>
                  <a:pt x="282654" y="565309"/>
                </a:lnTo>
                <a:close/>
              </a:path>
            </a:pathLst>
          </a:custGeom>
          <a:solidFill>
            <a:srgbClr val="D6DA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3292880" y="7248318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4">
                <a:moveTo>
                  <a:pt x="282654" y="565309"/>
                </a:moveTo>
                <a:lnTo>
                  <a:pt x="236806" y="561610"/>
                </a:lnTo>
                <a:lnTo>
                  <a:pt x="193313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2"/>
                </a:lnTo>
                <a:lnTo>
                  <a:pt x="54535" y="449587"/>
                </a:lnTo>
                <a:lnTo>
                  <a:pt x="31549" y="412551"/>
                </a:lnTo>
                <a:lnTo>
                  <a:pt x="14409" y="371995"/>
                </a:lnTo>
                <a:lnTo>
                  <a:pt x="3699" y="328503"/>
                </a:lnTo>
                <a:lnTo>
                  <a:pt x="0" y="282655"/>
                </a:lnTo>
                <a:lnTo>
                  <a:pt x="3699" y="236806"/>
                </a:lnTo>
                <a:lnTo>
                  <a:pt x="14409" y="193314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3" y="14409"/>
                </a:lnTo>
                <a:lnTo>
                  <a:pt x="236806" y="3699"/>
                </a:lnTo>
                <a:lnTo>
                  <a:pt x="282654" y="0"/>
                </a:lnTo>
                <a:lnTo>
                  <a:pt x="328502" y="3699"/>
                </a:lnTo>
                <a:lnTo>
                  <a:pt x="371994" y="14409"/>
                </a:lnTo>
                <a:lnTo>
                  <a:pt x="412550" y="31549"/>
                </a:lnTo>
                <a:lnTo>
                  <a:pt x="449586" y="54535"/>
                </a:lnTo>
                <a:lnTo>
                  <a:pt x="482521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900" y="193314"/>
                </a:lnTo>
                <a:lnTo>
                  <a:pt x="561610" y="236806"/>
                </a:lnTo>
                <a:lnTo>
                  <a:pt x="565310" y="282655"/>
                </a:lnTo>
                <a:lnTo>
                  <a:pt x="561610" y="328503"/>
                </a:lnTo>
                <a:lnTo>
                  <a:pt x="550900" y="371995"/>
                </a:lnTo>
                <a:lnTo>
                  <a:pt x="533760" y="412551"/>
                </a:lnTo>
                <a:lnTo>
                  <a:pt x="510773" y="449587"/>
                </a:lnTo>
                <a:lnTo>
                  <a:pt x="482521" y="482522"/>
                </a:lnTo>
                <a:lnTo>
                  <a:pt x="449586" y="510773"/>
                </a:lnTo>
                <a:lnTo>
                  <a:pt x="412550" y="533760"/>
                </a:lnTo>
                <a:lnTo>
                  <a:pt x="371994" y="550899"/>
                </a:lnTo>
                <a:lnTo>
                  <a:pt x="328502" y="561610"/>
                </a:lnTo>
                <a:lnTo>
                  <a:pt x="282654" y="56530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307610" y="8297305"/>
            <a:ext cx="565785" cy="565785"/>
          </a:xfrm>
          <a:custGeom>
            <a:avLst/>
            <a:gdLst/>
            <a:ahLst/>
            <a:cxnLst/>
            <a:rect l="l" t="t" r="r" b="b"/>
            <a:pathLst>
              <a:path w="565784" h="565784">
                <a:moveTo>
                  <a:pt x="282654" y="565309"/>
                </a:moveTo>
                <a:lnTo>
                  <a:pt x="236806" y="561610"/>
                </a:lnTo>
                <a:lnTo>
                  <a:pt x="193313" y="550899"/>
                </a:lnTo>
                <a:lnTo>
                  <a:pt x="152758" y="533760"/>
                </a:lnTo>
                <a:lnTo>
                  <a:pt x="115722" y="510773"/>
                </a:lnTo>
                <a:lnTo>
                  <a:pt x="82787" y="482521"/>
                </a:lnTo>
                <a:lnTo>
                  <a:pt x="54535" y="449587"/>
                </a:lnTo>
                <a:lnTo>
                  <a:pt x="31549" y="412551"/>
                </a:lnTo>
                <a:lnTo>
                  <a:pt x="14409" y="371995"/>
                </a:lnTo>
                <a:lnTo>
                  <a:pt x="3699" y="328503"/>
                </a:lnTo>
                <a:lnTo>
                  <a:pt x="0" y="282655"/>
                </a:lnTo>
                <a:lnTo>
                  <a:pt x="3699" y="236806"/>
                </a:lnTo>
                <a:lnTo>
                  <a:pt x="14409" y="193313"/>
                </a:lnTo>
                <a:lnTo>
                  <a:pt x="31549" y="152758"/>
                </a:lnTo>
                <a:lnTo>
                  <a:pt x="54535" y="115722"/>
                </a:lnTo>
                <a:lnTo>
                  <a:pt x="82787" y="82787"/>
                </a:lnTo>
                <a:lnTo>
                  <a:pt x="115722" y="54535"/>
                </a:lnTo>
                <a:lnTo>
                  <a:pt x="152758" y="31549"/>
                </a:lnTo>
                <a:lnTo>
                  <a:pt x="193313" y="14409"/>
                </a:lnTo>
                <a:lnTo>
                  <a:pt x="236806" y="3699"/>
                </a:lnTo>
                <a:lnTo>
                  <a:pt x="282654" y="0"/>
                </a:lnTo>
                <a:lnTo>
                  <a:pt x="328502" y="3699"/>
                </a:lnTo>
                <a:lnTo>
                  <a:pt x="371995" y="14409"/>
                </a:lnTo>
                <a:lnTo>
                  <a:pt x="412550" y="31549"/>
                </a:lnTo>
                <a:lnTo>
                  <a:pt x="449587" y="54535"/>
                </a:lnTo>
                <a:lnTo>
                  <a:pt x="482522" y="82787"/>
                </a:lnTo>
                <a:lnTo>
                  <a:pt x="510773" y="115722"/>
                </a:lnTo>
                <a:lnTo>
                  <a:pt x="533760" y="152758"/>
                </a:lnTo>
                <a:lnTo>
                  <a:pt x="550900" y="193313"/>
                </a:lnTo>
                <a:lnTo>
                  <a:pt x="561610" y="236806"/>
                </a:lnTo>
                <a:lnTo>
                  <a:pt x="565310" y="282655"/>
                </a:lnTo>
                <a:lnTo>
                  <a:pt x="561610" y="328503"/>
                </a:lnTo>
                <a:lnTo>
                  <a:pt x="550900" y="371995"/>
                </a:lnTo>
                <a:lnTo>
                  <a:pt x="533760" y="412551"/>
                </a:lnTo>
                <a:lnTo>
                  <a:pt x="510773" y="449587"/>
                </a:lnTo>
                <a:lnTo>
                  <a:pt x="482522" y="482521"/>
                </a:lnTo>
                <a:lnTo>
                  <a:pt x="449587" y="510773"/>
                </a:lnTo>
                <a:lnTo>
                  <a:pt x="412550" y="533760"/>
                </a:lnTo>
                <a:lnTo>
                  <a:pt x="371995" y="550899"/>
                </a:lnTo>
                <a:lnTo>
                  <a:pt x="328502" y="561610"/>
                </a:lnTo>
                <a:lnTo>
                  <a:pt x="282654" y="565309"/>
                </a:lnTo>
                <a:close/>
              </a:path>
            </a:pathLst>
          </a:custGeom>
          <a:solidFill>
            <a:srgbClr val="DDB6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4101204" y="6097573"/>
            <a:ext cx="4003040" cy="4483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300">
                <a:latin typeface="Arial MT"/>
                <a:cs typeface="Arial MT"/>
              </a:rPr>
              <a:t>Comparaison</a:t>
            </a:r>
            <a:r>
              <a:rPr dirty="0" sz="2750" spc="-50">
                <a:latin typeface="Arial MT"/>
                <a:cs typeface="Arial MT"/>
              </a:rPr>
              <a:t> </a:t>
            </a:r>
            <a:r>
              <a:rPr dirty="0" sz="2750" spc="280">
                <a:latin typeface="Arial MT"/>
                <a:cs typeface="Arial MT"/>
              </a:rPr>
              <a:t>globale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101204" y="8253573"/>
            <a:ext cx="3354070" cy="417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254">
                <a:latin typeface="Arial MT"/>
                <a:cs typeface="Arial MT"/>
              </a:rPr>
              <a:t>Amélioration</a:t>
            </a:r>
            <a:r>
              <a:rPr dirty="0" sz="2550" spc="-60">
                <a:latin typeface="Arial MT"/>
                <a:cs typeface="Arial MT"/>
              </a:rPr>
              <a:t> </a:t>
            </a:r>
            <a:r>
              <a:rPr dirty="0" sz="2550" spc="270">
                <a:latin typeface="Arial MT"/>
                <a:cs typeface="Arial MT"/>
              </a:rPr>
              <a:t>future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8212" y="1204475"/>
            <a:ext cx="4981575" cy="2429510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240"/>
              </a:spcBef>
            </a:pPr>
            <a:r>
              <a:rPr dirty="0" spc="440"/>
              <a:t>Contexte </a:t>
            </a:r>
            <a:r>
              <a:rPr dirty="0" spc="620"/>
              <a:t>du</a:t>
            </a:r>
            <a:r>
              <a:rPr dirty="0" spc="650"/>
              <a:t> </a:t>
            </a:r>
            <a:r>
              <a:rPr dirty="0" spc="509"/>
              <a:t>projet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6460342" y="2496668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6" y="6746"/>
                </a:lnTo>
                <a:lnTo>
                  <a:pt x="210493" y="25533"/>
                </a:lnTo>
                <a:lnTo>
                  <a:pt x="239141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1" y="210493"/>
                </a:lnTo>
                <a:lnTo>
                  <a:pt x="210493" y="239140"/>
                </a:lnTo>
                <a:lnTo>
                  <a:pt x="174166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6A6E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010" y="5283198"/>
            <a:ext cx="114300" cy="1142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010" y="5721348"/>
            <a:ext cx="114300" cy="1142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010" y="6159498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010" y="6597647"/>
            <a:ext cx="114300" cy="114299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0282228" y="7475532"/>
            <a:ext cx="8006080" cy="2811780"/>
            <a:chOff x="10282228" y="7475532"/>
            <a:chExt cx="8006080" cy="2811780"/>
          </a:xfrm>
        </p:grpSpPr>
        <p:sp>
          <p:nvSpPr>
            <p:cNvPr id="10" name="object 10" descr=""/>
            <p:cNvSpPr/>
            <p:nvPr/>
          </p:nvSpPr>
          <p:spPr>
            <a:xfrm>
              <a:off x="10282228" y="7475532"/>
              <a:ext cx="8006080" cy="2811780"/>
            </a:xfrm>
            <a:custGeom>
              <a:avLst/>
              <a:gdLst/>
              <a:ahLst/>
              <a:cxnLst/>
              <a:rect l="l" t="t" r="r" b="b"/>
              <a:pathLst>
                <a:path w="8006080" h="2811779">
                  <a:moveTo>
                    <a:pt x="0" y="2811467"/>
                  </a:moveTo>
                  <a:lnTo>
                    <a:pt x="49183" y="2740462"/>
                  </a:lnTo>
                  <a:lnTo>
                    <a:pt x="78378" y="2701159"/>
                  </a:lnTo>
                  <a:lnTo>
                    <a:pt x="108583" y="2662694"/>
                  </a:lnTo>
                  <a:lnTo>
                    <a:pt x="139798" y="2625066"/>
                  </a:lnTo>
                  <a:lnTo>
                    <a:pt x="172023" y="2588276"/>
                  </a:lnTo>
                  <a:lnTo>
                    <a:pt x="205257" y="2552324"/>
                  </a:lnTo>
                  <a:lnTo>
                    <a:pt x="239502" y="2517210"/>
                  </a:lnTo>
                  <a:lnTo>
                    <a:pt x="274873" y="2483202"/>
                  </a:lnTo>
                  <a:lnTo>
                    <a:pt x="310909" y="2449963"/>
                  </a:lnTo>
                  <a:lnTo>
                    <a:pt x="347612" y="2417492"/>
                  </a:lnTo>
                  <a:lnTo>
                    <a:pt x="384979" y="2385790"/>
                  </a:lnTo>
                  <a:lnTo>
                    <a:pt x="423013" y="2354856"/>
                  </a:lnTo>
                  <a:lnTo>
                    <a:pt x="461712" y="2324690"/>
                  </a:lnTo>
                  <a:lnTo>
                    <a:pt x="470291" y="2317815"/>
                  </a:lnTo>
                  <a:lnTo>
                    <a:pt x="478684" y="2310721"/>
                  </a:lnTo>
                  <a:lnTo>
                    <a:pt x="486899" y="2303487"/>
                  </a:lnTo>
                  <a:lnTo>
                    <a:pt x="494947" y="2296192"/>
                  </a:lnTo>
                  <a:lnTo>
                    <a:pt x="534047" y="2260932"/>
                  </a:lnTo>
                  <a:lnTo>
                    <a:pt x="574183" y="2227079"/>
                  </a:lnTo>
                  <a:lnTo>
                    <a:pt x="615354" y="2194634"/>
                  </a:lnTo>
                  <a:lnTo>
                    <a:pt x="657559" y="2163596"/>
                  </a:lnTo>
                  <a:lnTo>
                    <a:pt x="700800" y="2133965"/>
                  </a:lnTo>
                  <a:lnTo>
                    <a:pt x="745075" y="2105741"/>
                  </a:lnTo>
                  <a:lnTo>
                    <a:pt x="790386" y="2078925"/>
                  </a:lnTo>
                  <a:lnTo>
                    <a:pt x="830980" y="2056493"/>
                  </a:lnTo>
                  <a:lnTo>
                    <a:pt x="872149" y="2035213"/>
                  </a:lnTo>
                  <a:lnTo>
                    <a:pt x="913894" y="2015086"/>
                  </a:lnTo>
                  <a:lnTo>
                    <a:pt x="956215" y="1996113"/>
                  </a:lnTo>
                  <a:lnTo>
                    <a:pt x="1002863" y="1977459"/>
                  </a:lnTo>
                  <a:lnTo>
                    <a:pt x="1050183" y="1961098"/>
                  </a:lnTo>
                  <a:lnTo>
                    <a:pt x="1098175" y="1947030"/>
                  </a:lnTo>
                  <a:lnTo>
                    <a:pt x="1146839" y="1935255"/>
                  </a:lnTo>
                  <a:lnTo>
                    <a:pt x="1196175" y="1925773"/>
                  </a:lnTo>
                  <a:lnTo>
                    <a:pt x="1245685" y="1917672"/>
                  </a:lnTo>
                  <a:lnTo>
                    <a:pt x="1295282" y="1911186"/>
                  </a:lnTo>
                  <a:lnTo>
                    <a:pt x="1344957" y="1906181"/>
                  </a:lnTo>
                  <a:lnTo>
                    <a:pt x="1394703" y="1902523"/>
                  </a:lnTo>
                  <a:lnTo>
                    <a:pt x="1444510" y="1900076"/>
                  </a:lnTo>
                  <a:lnTo>
                    <a:pt x="1494372" y="1898707"/>
                  </a:lnTo>
                  <a:lnTo>
                    <a:pt x="1544278" y="1898281"/>
                  </a:lnTo>
                  <a:lnTo>
                    <a:pt x="1594220" y="1898663"/>
                  </a:lnTo>
                  <a:lnTo>
                    <a:pt x="1644191" y="1899720"/>
                  </a:lnTo>
                  <a:lnTo>
                    <a:pt x="1694181" y="1901317"/>
                  </a:lnTo>
                  <a:lnTo>
                    <a:pt x="1743366" y="1903457"/>
                  </a:lnTo>
                  <a:lnTo>
                    <a:pt x="1792501" y="1906151"/>
                  </a:lnTo>
                  <a:lnTo>
                    <a:pt x="1841587" y="1909398"/>
                  </a:lnTo>
                  <a:lnTo>
                    <a:pt x="1890624" y="1913197"/>
                  </a:lnTo>
                  <a:lnTo>
                    <a:pt x="1939612" y="1917549"/>
                  </a:lnTo>
                  <a:lnTo>
                    <a:pt x="1988551" y="1922455"/>
                  </a:lnTo>
                  <a:lnTo>
                    <a:pt x="2037440" y="1927913"/>
                  </a:lnTo>
                  <a:lnTo>
                    <a:pt x="2086281" y="1933924"/>
                  </a:lnTo>
                  <a:lnTo>
                    <a:pt x="2135072" y="1940488"/>
                  </a:lnTo>
                  <a:lnTo>
                    <a:pt x="2502373" y="1995025"/>
                  </a:lnTo>
                  <a:lnTo>
                    <a:pt x="2600630" y="2008901"/>
                  </a:lnTo>
                  <a:lnTo>
                    <a:pt x="2699082" y="2021186"/>
                  </a:lnTo>
                  <a:lnTo>
                    <a:pt x="2797741" y="2031817"/>
                  </a:lnTo>
                  <a:lnTo>
                    <a:pt x="2896614" y="2040731"/>
                  </a:lnTo>
                  <a:lnTo>
                    <a:pt x="2948328" y="2044643"/>
                  </a:lnTo>
                  <a:lnTo>
                    <a:pt x="3051782" y="2051289"/>
                  </a:lnTo>
                  <a:lnTo>
                    <a:pt x="3358987" y="2066590"/>
                  </a:lnTo>
                  <a:lnTo>
                    <a:pt x="3407311" y="2068143"/>
                  </a:lnTo>
                  <a:lnTo>
                    <a:pt x="3455629" y="2069190"/>
                  </a:lnTo>
                  <a:lnTo>
                    <a:pt x="3503942" y="2069766"/>
                  </a:lnTo>
                  <a:lnTo>
                    <a:pt x="3600563" y="2069644"/>
                  </a:lnTo>
                  <a:lnTo>
                    <a:pt x="3697190" y="2068055"/>
                  </a:lnTo>
                  <a:lnTo>
                    <a:pt x="3793839" y="2065277"/>
                  </a:lnTo>
                  <a:lnTo>
                    <a:pt x="3848266" y="2061643"/>
                  </a:lnTo>
                  <a:lnTo>
                    <a:pt x="3902548" y="2056637"/>
                  </a:lnTo>
                  <a:lnTo>
                    <a:pt x="3956686" y="2050259"/>
                  </a:lnTo>
                  <a:lnTo>
                    <a:pt x="4066504" y="2034245"/>
                  </a:lnTo>
                  <a:lnTo>
                    <a:pt x="4233631" y="2007357"/>
                  </a:lnTo>
                  <a:lnTo>
                    <a:pt x="4284642" y="1998665"/>
                  </a:lnTo>
                  <a:lnTo>
                    <a:pt x="4335401" y="1988772"/>
                  </a:lnTo>
                  <a:lnTo>
                    <a:pt x="4385951" y="1977902"/>
                  </a:lnTo>
                  <a:lnTo>
                    <a:pt x="4436334" y="1966280"/>
                  </a:lnTo>
                  <a:lnTo>
                    <a:pt x="4536773" y="1941672"/>
                  </a:lnTo>
                  <a:lnTo>
                    <a:pt x="4632425" y="1917086"/>
                  </a:lnTo>
                  <a:lnTo>
                    <a:pt x="4680120" y="1904281"/>
                  </a:lnTo>
                  <a:lnTo>
                    <a:pt x="4727712" y="1891094"/>
                  </a:lnTo>
                  <a:lnTo>
                    <a:pt x="4775187" y="1877494"/>
                  </a:lnTo>
                  <a:lnTo>
                    <a:pt x="4822533" y="1863451"/>
                  </a:lnTo>
                  <a:lnTo>
                    <a:pt x="4869737" y="1848933"/>
                  </a:lnTo>
                  <a:lnTo>
                    <a:pt x="4916787" y="1833911"/>
                  </a:lnTo>
                  <a:lnTo>
                    <a:pt x="4966471" y="1817342"/>
                  </a:lnTo>
                  <a:lnTo>
                    <a:pt x="5015957" y="1800216"/>
                  </a:lnTo>
                  <a:lnTo>
                    <a:pt x="5065293" y="1782646"/>
                  </a:lnTo>
                  <a:lnTo>
                    <a:pt x="5163698" y="1746631"/>
                  </a:lnTo>
                  <a:lnTo>
                    <a:pt x="5210255" y="1729026"/>
                  </a:lnTo>
                  <a:lnTo>
                    <a:pt x="5256625" y="1710993"/>
                  </a:lnTo>
                  <a:lnTo>
                    <a:pt x="5302808" y="1692534"/>
                  </a:lnTo>
                  <a:lnTo>
                    <a:pt x="5348803" y="1673648"/>
                  </a:lnTo>
                  <a:lnTo>
                    <a:pt x="5394612" y="1654334"/>
                  </a:lnTo>
                  <a:lnTo>
                    <a:pt x="5440233" y="1634593"/>
                  </a:lnTo>
                  <a:lnTo>
                    <a:pt x="5485666" y="1614425"/>
                  </a:lnTo>
                  <a:lnTo>
                    <a:pt x="5530913" y="1593829"/>
                  </a:lnTo>
                  <a:lnTo>
                    <a:pt x="5575972" y="1572807"/>
                  </a:lnTo>
                  <a:lnTo>
                    <a:pt x="5620844" y="1551357"/>
                  </a:lnTo>
                  <a:lnTo>
                    <a:pt x="5665529" y="1529480"/>
                  </a:lnTo>
                  <a:lnTo>
                    <a:pt x="5710027" y="1507176"/>
                  </a:lnTo>
                  <a:lnTo>
                    <a:pt x="5758018" y="1482457"/>
                  </a:lnTo>
                  <a:lnTo>
                    <a:pt x="5805634" y="1457135"/>
                  </a:lnTo>
                  <a:lnTo>
                    <a:pt x="5853044" y="1431387"/>
                  </a:lnTo>
                  <a:lnTo>
                    <a:pt x="5990593" y="1355809"/>
                  </a:lnTo>
                  <a:lnTo>
                    <a:pt x="6032944" y="1331693"/>
                  </a:lnTo>
                  <a:lnTo>
                    <a:pt x="6075004" y="1307033"/>
                  </a:lnTo>
                  <a:lnTo>
                    <a:pt x="6116803" y="1281880"/>
                  </a:lnTo>
                  <a:lnTo>
                    <a:pt x="6158369" y="1256285"/>
                  </a:lnTo>
                  <a:lnTo>
                    <a:pt x="6199733" y="1230297"/>
                  </a:lnTo>
                  <a:lnTo>
                    <a:pt x="6240924" y="1203967"/>
                  </a:lnTo>
                  <a:lnTo>
                    <a:pt x="6281970" y="1177346"/>
                  </a:lnTo>
                  <a:lnTo>
                    <a:pt x="6322902" y="1150484"/>
                  </a:lnTo>
                  <a:lnTo>
                    <a:pt x="6363749" y="1123431"/>
                  </a:lnTo>
                  <a:lnTo>
                    <a:pt x="6529000" y="1012936"/>
                  </a:lnTo>
                  <a:lnTo>
                    <a:pt x="6657508" y="926306"/>
                  </a:lnTo>
                  <a:lnTo>
                    <a:pt x="6742854" y="868016"/>
                  </a:lnTo>
                  <a:lnTo>
                    <a:pt x="6827862" y="809208"/>
                  </a:lnTo>
                  <a:lnTo>
                    <a:pt x="6870218" y="779586"/>
                  </a:lnTo>
                  <a:lnTo>
                    <a:pt x="6912464" y="749807"/>
                  </a:lnTo>
                  <a:lnTo>
                    <a:pt x="6996927" y="689682"/>
                  </a:lnTo>
                  <a:lnTo>
                    <a:pt x="7039333" y="659681"/>
                  </a:lnTo>
                  <a:lnTo>
                    <a:pt x="7294182" y="480890"/>
                  </a:lnTo>
                  <a:lnTo>
                    <a:pt x="7489098" y="341940"/>
                  </a:lnTo>
                  <a:lnTo>
                    <a:pt x="7567235" y="286621"/>
                  </a:lnTo>
                  <a:lnTo>
                    <a:pt x="7606436" y="259176"/>
                  </a:lnTo>
                  <a:lnTo>
                    <a:pt x="7647679" y="230764"/>
                  </a:lnTo>
                  <a:lnTo>
                    <a:pt x="7689078" y="202581"/>
                  </a:lnTo>
                  <a:lnTo>
                    <a:pt x="7730657" y="174663"/>
                  </a:lnTo>
                  <a:lnTo>
                    <a:pt x="7772443" y="147043"/>
                  </a:lnTo>
                  <a:lnTo>
                    <a:pt x="7814464" y="119756"/>
                  </a:lnTo>
                  <a:lnTo>
                    <a:pt x="7856744" y="92837"/>
                  </a:lnTo>
                  <a:lnTo>
                    <a:pt x="8005770" y="0"/>
                  </a:lnTo>
                  <a:lnTo>
                    <a:pt x="8005771" y="2811467"/>
                  </a:lnTo>
                  <a:lnTo>
                    <a:pt x="0" y="2811467"/>
                  </a:lnTo>
                  <a:close/>
                </a:path>
              </a:pathLst>
            </a:custGeom>
            <a:solidFill>
              <a:srgbClr val="D98F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066312" y="8266205"/>
              <a:ext cx="4521200" cy="2021205"/>
            </a:xfrm>
            <a:custGeom>
              <a:avLst/>
              <a:gdLst/>
              <a:ahLst/>
              <a:cxnLst/>
              <a:rect l="l" t="t" r="r" b="b"/>
              <a:pathLst>
                <a:path w="4521200" h="2021204">
                  <a:moveTo>
                    <a:pt x="585335" y="864702"/>
                  </a:moveTo>
                  <a:lnTo>
                    <a:pt x="624354" y="834543"/>
                  </a:lnTo>
                  <a:lnTo>
                    <a:pt x="663766" y="805404"/>
                  </a:lnTo>
                  <a:lnTo>
                    <a:pt x="703562" y="777253"/>
                  </a:lnTo>
                  <a:lnTo>
                    <a:pt x="743734" y="750061"/>
                  </a:lnTo>
                  <a:lnTo>
                    <a:pt x="784273" y="723797"/>
                  </a:lnTo>
                  <a:lnTo>
                    <a:pt x="825172" y="698430"/>
                  </a:lnTo>
                  <a:lnTo>
                    <a:pt x="866422" y="673930"/>
                  </a:lnTo>
                  <a:lnTo>
                    <a:pt x="908014" y="650266"/>
                  </a:lnTo>
                  <a:lnTo>
                    <a:pt x="949941" y="627408"/>
                  </a:lnTo>
                  <a:lnTo>
                    <a:pt x="992193" y="605326"/>
                  </a:lnTo>
                  <a:lnTo>
                    <a:pt x="1034764" y="583988"/>
                  </a:lnTo>
                  <a:lnTo>
                    <a:pt x="1077644" y="563364"/>
                  </a:lnTo>
                  <a:lnTo>
                    <a:pt x="1120824" y="543424"/>
                  </a:lnTo>
                  <a:lnTo>
                    <a:pt x="1164298" y="524137"/>
                  </a:lnTo>
                  <a:lnTo>
                    <a:pt x="1208056" y="505473"/>
                  </a:lnTo>
                  <a:lnTo>
                    <a:pt x="1252091" y="487401"/>
                  </a:lnTo>
                  <a:lnTo>
                    <a:pt x="1296393" y="469891"/>
                  </a:lnTo>
                  <a:lnTo>
                    <a:pt x="1340954" y="452912"/>
                  </a:lnTo>
                  <a:lnTo>
                    <a:pt x="1385767" y="436434"/>
                  </a:lnTo>
                  <a:lnTo>
                    <a:pt x="1430823" y="420425"/>
                  </a:lnTo>
                  <a:lnTo>
                    <a:pt x="1476113" y="404857"/>
                  </a:lnTo>
                  <a:lnTo>
                    <a:pt x="1521629" y="389697"/>
                  </a:lnTo>
                  <a:lnTo>
                    <a:pt x="1567364" y="374916"/>
                  </a:lnTo>
                  <a:lnTo>
                    <a:pt x="1613308" y="360482"/>
                  </a:lnTo>
                  <a:lnTo>
                    <a:pt x="1659454" y="346367"/>
                  </a:lnTo>
                  <a:lnTo>
                    <a:pt x="1705792" y="332538"/>
                  </a:lnTo>
                  <a:lnTo>
                    <a:pt x="1752315" y="318966"/>
                  </a:lnTo>
                  <a:lnTo>
                    <a:pt x="1799015" y="305620"/>
                  </a:lnTo>
                  <a:lnTo>
                    <a:pt x="1845882" y="292469"/>
                  </a:lnTo>
                  <a:lnTo>
                    <a:pt x="1892910" y="279483"/>
                  </a:lnTo>
                  <a:lnTo>
                    <a:pt x="1940089" y="266632"/>
                  </a:lnTo>
                  <a:lnTo>
                    <a:pt x="1987410" y="253884"/>
                  </a:lnTo>
                  <a:lnTo>
                    <a:pt x="2034867" y="241210"/>
                  </a:lnTo>
                  <a:lnTo>
                    <a:pt x="2082451" y="228579"/>
                  </a:lnTo>
                  <a:lnTo>
                    <a:pt x="2225876" y="190636"/>
                  </a:lnTo>
                  <a:lnTo>
                    <a:pt x="2273883" y="177871"/>
                  </a:lnTo>
                  <a:lnTo>
                    <a:pt x="2321974" y="164996"/>
                  </a:lnTo>
                  <a:lnTo>
                    <a:pt x="2370141" y="151981"/>
                  </a:lnTo>
                  <a:lnTo>
                    <a:pt x="2464110" y="126284"/>
                  </a:lnTo>
                  <a:lnTo>
                    <a:pt x="2510019" y="113918"/>
                  </a:lnTo>
                  <a:lnTo>
                    <a:pt x="2556083" y="101778"/>
                  </a:lnTo>
                  <a:lnTo>
                    <a:pt x="2602281" y="89942"/>
                  </a:lnTo>
                  <a:lnTo>
                    <a:pt x="2648591" y="78491"/>
                  </a:lnTo>
                  <a:lnTo>
                    <a:pt x="2694993" y="67504"/>
                  </a:lnTo>
                  <a:lnTo>
                    <a:pt x="2741466" y="57061"/>
                  </a:lnTo>
                  <a:lnTo>
                    <a:pt x="2787988" y="47240"/>
                  </a:lnTo>
                  <a:lnTo>
                    <a:pt x="2834538" y="38122"/>
                  </a:lnTo>
                  <a:lnTo>
                    <a:pt x="2881095" y="29786"/>
                  </a:lnTo>
                  <a:lnTo>
                    <a:pt x="2927638" y="22311"/>
                  </a:lnTo>
                  <a:lnTo>
                    <a:pt x="2974146" y="15776"/>
                  </a:lnTo>
                  <a:lnTo>
                    <a:pt x="3020598" y="10262"/>
                  </a:lnTo>
                  <a:lnTo>
                    <a:pt x="3066973" y="5848"/>
                  </a:lnTo>
                  <a:lnTo>
                    <a:pt x="3113249" y="2613"/>
                  </a:lnTo>
                  <a:lnTo>
                    <a:pt x="3159405" y="637"/>
                  </a:lnTo>
                  <a:lnTo>
                    <a:pt x="3205421" y="0"/>
                  </a:lnTo>
                  <a:lnTo>
                    <a:pt x="3251275" y="779"/>
                  </a:lnTo>
                  <a:lnTo>
                    <a:pt x="3296945" y="3056"/>
                  </a:lnTo>
                  <a:lnTo>
                    <a:pt x="3342412" y="6910"/>
                  </a:lnTo>
                  <a:lnTo>
                    <a:pt x="3387653" y="12420"/>
                  </a:lnTo>
                  <a:lnTo>
                    <a:pt x="3432648" y="19665"/>
                  </a:lnTo>
                  <a:lnTo>
                    <a:pt x="3477376" y="28726"/>
                  </a:lnTo>
                  <a:lnTo>
                    <a:pt x="3521815" y="39681"/>
                  </a:lnTo>
                  <a:lnTo>
                    <a:pt x="3565944" y="52611"/>
                  </a:lnTo>
                  <a:lnTo>
                    <a:pt x="3609742" y="67594"/>
                  </a:lnTo>
                  <a:lnTo>
                    <a:pt x="3653189" y="84710"/>
                  </a:lnTo>
                  <a:lnTo>
                    <a:pt x="3696262" y="104038"/>
                  </a:lnTo>
                  <a:lnTo>
                    <a:pt x="3738941" y="125659"/>
                  </a:lnTo>
                  <a:lnTo>
                    <a:pt x="3781205" y="149651"/>
                  </a:lnTo>
                  <a:lnTo>
                    <a:pt x="3823032" y="176094"/>
                  </a:lnTo>
                  <a:lnTo>
                    <a:pt x="3864402" y="205067"/>
                  </a:lnTo>
                  <a:lnTo>
                    <a:pt x="3905293" y="236651"/>
                  </a:lnTo>
                  <a:lnTo>
                    <a:pt x="3945684" y="270924"/>
                  </a:lnTo>
                  <a:lnTo>
                    <a:pt x="3977621" y="300460"/>
                  </a:lnTo>
                  <a:lnTo>
                    <a:pt x="4009238" y="332019"/>
                  </a:lnTo>
                  <a:lnTo>
                    <a:pt x="4040474" y="365491"/>
                  </a:lnTo>
                  <a:lnTo>
                    <a:pt x="4071269" y="400768"/>
                  </a:lnTo>
                  <a:lnTo>
                    <a:pt x="4101562" y="437740"/>
                  </a:lnTo>
                  <a:lnTo>
                    <a:pt x="4131294" y="476298"/>
                  </a:lnTo>
                  <a:lnTo>
                    <a:pt x="4160403" y="516333"/>
                  </a:lnTo>
                  <a:lnTo>
                    <a:pt x="4188830" y="557735"/>
                  </a:lnTo>
                  <a:lnTo>
                    <a:pt x="4216513" y="600394"/>
                  </a:lnTo>
                  <a:lnTo>
                    <a:pt x="4243393" y="644203"/>
                  </a:lnTo>
                  <a:lnTo>
                    <a:pt x="4269409" y="689052"/>
                  </a:lnTo>
                  <a:lnTo>
                    <a:pt x="4294500" y="734830"/>
                  </a:lnTo>
                  <a:lnTo>
                    <a:pt x="4318607" y="781430"/>
                  </a:lnTo>
                  <a:lnTo>
                    <a:pt x="4341669" y="828742"/>
                  </a:lnTo>
                  <a:lnTo>
                    <a:pt x="4363625" y="876656"/>
                  </a:lnTo>
                  <a:lnTo>
                    <a:pt x="4384415" y="925063"/>
                  </a:lnTo>
                  <a:lnTo>
                    <a:pt x="4403979" y="973855"/>
                  </a:lnTo>
                  <a:lnTo>
                    <a:pt x="4422256" y="1022922"/>
                  </a:lnTo>
                  <a:lnTo>
                    <a:pt x="4439186" y="1072154"/>
                  </a:lnTo>
                  <a:lnTo>
                    <a:pt x="4454709" y="1121442"/>
                  </a:lnTo>
                  <a:lnTo>
                    <a:pt x="4468763" y="1170678"/>
                  </a:lnTo>
                  <a:lnTo>
                    <a:pt x="4481289" y="1219751"/>
                  </a:lnTo>
                  <a:lnTo>
                    <a:pt x="4492227" y="1268553"/>
                  </a:lnTo>
                  <a:lnTo>
                    <a:pt x="4501515" y="1316975"/>
                  </a:lnTo>
                  <a:lnTo>
                    <a:pt x="4509094" y="1364906"/>
                  </a:lnTo>
                  <a:lnTo>
                    <a:pt x="4514903" y="1412239"/>
                  </a:lnTo>
                  <a:lnTo>
                    <a:pt x="4518881" y="1458863"/>
                  </a:lnTo>
                  <a:lnTo>
                    <a:pt x="4520969" y="1504669"/>
                  </a:lnTo>
                  <a:lnTo>
                    <a:pt x="4521106" y="1549549"/>
                  </a:lnTo>
                  <a:lnTo>
                    <a:pt x="4519231" y="1593392"/>
                  </a:lnTo>
                  <a:lnTo>
                    <a:pt x="4515284" y="1636090"/>
                  </a:lnTo>
                  <a:lnTo>
                    <a:pt x="4505162" y="1679416"/>
                  </a:lnTo>
                  <a:lnTo>
                    <a:pt x="4492579" y="1722014"/>
                  </a:lnTo>
                  <a:lnTo>
                    <a:pt x="4477620" y="1763871"/>
                  </a:lnTo>
                  <a:lnTo>
                    <a:pt x="4460374" y="1804972"/>
                  </a:lnTo>
                  <a:lnTo>
                    <a:pt x="4440927" y="1845303"/>
                  </a:lnTo>
                  <a:lnTo>
                    <a:pt x="4419367" y="1884850"/>
                  </a:lnTo>
                  <a:lnTo>
                    <a:pt x="4395781" y="1923598"/>
                  </a:lnTo>
                  <a:lnTo>
                    <a:pt x="4370257" y="1961533"/>
                  </a:lnTo>
                  <a:lnTo>
                    <a:pt x="4342882" y="1998642"/>
                  </a:lnTo>
                  <a:lnTo>
                    <a:pt x="4325084" y="2020794"/>
                  </a:lnTo>
                  <a:lnTo>
                    <a:pt x="34761" y="2020793"/>
                  </a:lnTo>
                  <a:lnTo>
                    <a:pt x="18936" y="1967982"/>
                  </a:lnTo>
                  <a:lnTo>
                    <a:pt x="5434" y="1895914"/>
                  </a:lnTo>
                  <a:lnTo>
                    <a:pt x="0" y="1821555"/>
                  </a:lnTo>
                  <a:lnTo>
                    <a:pt x="327" y="1783626"/>
                  </a:lnTo>
                  <a:lnTo>
                    <a:pt x="2695" y="1745254"/>
                  </a:lnTo>
                  <a:lnTo>
                    <a:pt x="7110" y="1706484"/>
                  </a:lnTo>
                  <a:lnTo>
                    <a:pt x="13581" y="1667360"/>
                  </a:lnTo>
                  <a:lnTo>
                    <a:pt x="22116" y="1627925"/>
                  </a:lnTo>
                  <a:lnTo>
                    <a:pt x="32722" y="1588222"/>
                  </a:lnTo>
                  <a:lnTo>
                    <a:pt x="45407" y="1548295"/>
                  </a:lnTo>
                  <a:lnTo>
                    <a:pt x="60178" y="1508189"/>
                  </a:lnTo>
                  <a:lnTo>
                    <a:pt x="77045" y="1467946"/>
                  </a:lnTo>
                  <a:lnTo>
                    <a:pt x="96013" y="1427611"/>
                  </a:lnTo>
                  <a:lnTo>
                    <a:pt x="117092" y="1387226"/>
                  </a:lnTo>
                  <a:lnTo>
                    <a:pt x="140288" y="1346837"/>
                  </a:lnTo>
                  <a:lnTo>
                    <a:pt x="165610" y="1306485"/>
                  </a:lnTo>
                  <a:lnTo>
                    <a:pt x="193065" y="1266215"/>
                  </a:lnTo>
                  <a:lnTo>
                    <a:pt x="222662" y="1226071"/>
                  </a:lnTo>
                  <a:lnTo>
                    <a:pt x="254407" y="1186096"/>
                  </a:lnTo>
                  <a:lnTo>
                    <a:pt x="288310" y="1146335"/>
                  </a:lnTo>
                  <a:lnTo>
                    <a:pt x="323889" y="1106922"/>
                  </a:lnTo>
                  <a:lnTo>
                    <a:pt x="359928" y="1068772"/>
                  </a:lnTo>
                  <a:lnTo>
                    <a:pt x="396418" y="1031856"/>
                  </a:lnTo>
                  <a:lnTo>
                    <a:pt x="433350" y="996142"/>
                  </a:lnTo>
                  <a:lnTo>
                    <a:pt x="470716" y="961600"/>
                  </a:lnTo>
                  <a:lnTo>
                    <a:pt x="508507" y="928200"/>
                  </a:lnTo>
                  <a:lnTo>
                    <a:pt x="546717" y="895911"/>
                  </a:lnTo>
                  <a:lnTo>
                    <a:pt x="585335" y="864702"/>
                  </a:lnTo>
                  <a:close/>
                </a:path>
              </a:pathLst>
            </a:custGeom>
            <a:solidFill>
              <a:srgbClr val="CDB86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8177" y="7518396"/>
            <a:ext cx="1957301" cy="195730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08361" y="3781321"/>
            <a:ext cx="13381355" cy="306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229">
                <a:solidFill>
                  <a:srgbClr val="6A6E4F"/>
                </a:solidFill>
                <a:latin typeface="Arial Black"/>
                <a:cs typeface="Arial Black"/>
              </a:rPr>
              <a:t>Projet</a:t>
            </a:r>
            <a:r>
              <a:rPr dirty="0" sz="5200" spc="-365">
                <a:solidFill>
                  <a:srgbClr val="6A6E4F"/>
                </a:solidFill>
                <a:latin typeface="Arial Black"/>
                <a:cs typeface="Arial Black"/>
              </a:rPr>
              <a:t> </a:t>
            </a:r>
            <a:r>
              <a:rPr dirty="0" sz="5200" spc="-425">
                <a:solidFill>
                  <a:srgbClr val="6A6E4F"/>
                </a:solidFill>
                <a:latin typeface="Arial Black"/>
                <a:cs typeface="Arial Black"/>
              </a:rPr>
              <a:t>ZenAssist</a:t>
            </a:r>
            <a:r>
              <a:rPr dirty="0" sz="5200" spc="-365">
                <a:solidFill>
                  <a:srgbClr val="6A6E4F"/>
                </a:solidFill>
                <a:latin typeface="Arial Black"/>
                <a:cs typeface="Arial Black"/>
              </a:rPr>
              <a:t> </a:t>
            </a:r>
            <a:r>
              <a:rPr dirty="0" sz="5200">
                <a:solidFill>
                  <a:srgbClr val="6A6E4F"/>
                </a:solidFill>
                <a:latin typeface="Arial Black"/>
                <a:cs typeface="Arial Black"/>
              </a:rPr>
              <a:t>–</a:t>
            </a:r>
            <a:r>
              <a:rPr dirty="0" sz="5200" spc="-365">
                <a:solidFill>
                  <a:srgbClr val="6A6E4F"/>
                </a:solidFill>
                <a:latin typeface="Arial Black"/>
                <a:cs typeface="Arial Black"/>
              </a:rPr>
              <a:t> </a:t>
            </a:r>
            <a:r>
              <a:rPr dirty="0" sz="5200" spc="-390">
                <a:solidFill>
                  <a:srgbClr val="6A6E4F"/>
                </a:solidFill>
                <a:latin typeface="Arial Black"/>
                <a:cs typeface="Arial Black"/>
              </a:rPr>
              <a:t>Phase</a:t>
            </a:r>
            <a:r>
              <a:rPr dirty="0" sz="5200" spc="-365">
                <a:solidFill>
                  <a:srgbClr val="6A6E4F"/>
                </a:solidFill>
                <a:latin typeface="Arial Black"/>
                <a:cs typeface="Arial Black"/>
              </a:rPr>
              <a:t> </a:t>
            </a:r>
            <a:r>
              <a:rPr dirty="0" sz="5200" spc="-229">
                <a:solidFill>
                  <a:srgbClr val="6A6E4F"/>
                </a:solidFill>
                <a:latin typeface="Arial Black"/>
                <a:cs typeface="Arial Black"/>
              </a:rPr>
              <a:t>d’exploration</a:t>
            </a:r>
            <a:r>
              <a:rPr dirty="0" sz="5200" spc="-365">
                <a:solidFill>
                  <a:srgbClr val="6A6E4F"/>
                </a:solidFill>
                <a:latin typeface="Arial Black"/>
                <a:cs typeface="Arial Black"/>
              </a:rPr>
              <a:t> </a:t>
            </a:r>
            <a:r>
              <a:rPr dirty="0" sz="5200" spc="-430">
                <a:solidFill>
                  <a:srgbClr val="6A6E4F"/>
                </a:solidFill>
                <a:latin typeface="Arial Black"/>
                <a:cs typeface="Arial Black"/>
              </a:rPr>
              <a:t>IA</a:t>
            </a:r>
            <a:endParaRPr sz="5200">
              <a:latin typeface="Arial Black"/>
              <a:cs typeface="Arial Black"/>
            </a:endParaRPr>
          </a:p>
          <a:p>
            <a:pPr marL="746125" marR="3910329">
              <a:lnSpc>
                <a:spcPct val="114999"/>
              </a:lnSpc>
              <a:spcBef>
                <a:spcPts val="3885"/>
              </a:spcBef>
            </a:pPr>
            <a:r>
              <a:rPr dirty="0" sz="2500" spc="-25">
                <a:latin typeface="Trebuchet MS"/>
                <a:cs typeface="Trebuchet MS"/>
              </a:rPr>
              <a:t>Objectif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55">
                <a:latin typeface="Trebuchet MS"/>
                <a:cs typeface="Trebuchet MS"/>
              </a:rPr>
              <a:t>automatiser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-30">
                <a:latin typeface="Trebuchet MS"/>
                <a:cs typeface="Trebuchet MS"/>
              </a:rPr>
              <a:t>l’étiquetage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105">
                <a:latin typeface="Trebuchet MS"/>
                <a:cs typeface="Trebuchet MS"/>
              </a:rPr>
              <a:t>des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45">
                <a:latin typeface="Trebuchet MS"/>
                <a:cs typeface="Trebuchet MS"/>
              </a:rPr>
              <a:t>réclamations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clients. </a:t>
            </a:r>
            <a:r>
              <a:rPr dirty="0" sz="2500" spc="80">
                <a:latin typeface="Trebuchet MS"/>
                <a:cs typeface="Trebuchet MS"/>
              </a:rPr>
              <a:t>Volume</a:t>
            </a:r>
            <a:r>
              <a:rPr dirty="0" sz="2500" spc="-114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actuel</a:t>
            </a:r>
            <a:r>
              <a:rPr dirty="0" sz="2500" spc="-110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105">
                <a:latin typeface="Trebuchet MS"/>
                <a:cs typeface="Trebuchet MS"/>
              </a:rPr>
              <a:t> </a:t>
            </a:r>
            <a:r>
              <a:rPr dirty="0" sz="2500" spc="100">
                <a:latin typeface="Trebuchet MS"/>
                <a:cs typeface="Trebuchet MS"/>
              </a:rPr>
              <a:t>~200</a:t>
            </a:r>
            <a:r>
              <a:rPr dirty="0" sz="2500" spc="-11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réclamations/jour/client.</a:t>
            </a:r>
            <a:endParaRPr sz="2500">
              <a:latin typeface="Trebuchet MS"/>
              <a:cs typeface="Trebuchet MS"/>
            </a:endParaRPr>
          </a:p>
          <a:p>
            <a:pPr marL="746125" marR="1304925">
              <a:lnSpc>
                <a:spcPct val="114999"/>
              </a:lnSpc>
            </a:pPr>
            <a:r>
              <a:rPr dirty="0" sz="2500">
                <a:latin typeface="Trebuchet MS"/>
                <a:cs typeface="Trebuchet MS"/>
              </a:rPr>
              <a:t>Impact</a:t>
            </a:r>
            <a:r>
              <a:rPr dirty="0" sz="2500" spc="-30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gain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de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90">
                <a:latin typeface="Trebuchet MS"/>
                <a:cs typeface="Trebuchet MS"/>
              </a:rPr>
              <a:t>temps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120">
                <a:latin typeface="Trebuchet MS"/>
                <a:cs typeface="Trebuchet MS"/>
              </a:rPr>
              <a:t>pour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le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45">
                <a:latin typeface="Trebuchet MS"/>
                <a:cs typeface="Trebuchet MS"/>
              </a:rPr>
              <a:t>support,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amélioration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de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la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satisfaction</a:t>
            </a:r>
            <a:r>
              <a:rPr dirty="0" sz="2500" spc="-3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client. </a:t>
            </a:r>
            <a:r>
              <a:rPr dirty="0" sz="2500" spc="135">
                <a:latin typeface="Trebuchet MS"/>
                <a:cs typeface="Trebuchet MS"/>
              </a:rPr>
              <a:t>Mission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 spc="75">
                <a:latin typeface="Trebuchet MS"/>
                <a:cs typeface="Trebuchet MS"/>
              </a:rPr>
              <a:t>comparer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 spc="90">
                <a:latin typeface="Trebuchet MS"/>
                <a:cs typeface="Trebuchet MS"/>
              </a:rPr>
              <a:t>deux</a:t>
            </a:r>
            <a:r>
              <a:rPr dirty="0" sz="2500" spc="-80">
                <a:latin typeface="Trebuchet MS"/>
                <a:cs typeface="Trebuchet MS"/>
              </a:rPr>
              <a:t> </a:t>
            </a:r>
            <a:r>
              <a:rPr dirty="0" sz="2500" spc="90">
                <a:latin typeface="Trebuchet MS"/>
                <a:cs typeface="Trebuchet MS"/>
              </a:rPr>
              <a:t>approches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IA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 spc="120">
                <a:latin typeface="Trebuchet MS"/>
                <a:cs typeface="Trebuchet MS"/>
              </a:rPr>
              <a:t>pour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 spc="95">
                <a:latin typeface="Trebuchet MS"/>
                <a:cs typeface="Trebuchet MS"/>
              </a:rPr>
              <a:t>recommander</a:t>
            </a:r>
            <a:r>
              <a:rPr dirty="0" sz="2500" spc="-80">
                <a:latin typeface="Trebuchet MS"/>
                <a:cs typeface="Trebuchet MS"/>
              </a:rPr>
              <a:t> </a:t>
            </a:r>
            <a:r>
              <a:rPr dirty="0" sz="2500" spc="110">
                <a:latin typeface="Trebuchet MS"/>
                <a:cs typeface="Trebuchet MS"/>
              </a:rPr>
              <a:t>une</a:t>
            </a:r>
            <a:r>
              <a:rPr dirty="0" sz="2500" spc="-8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solution.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9819" y="1707632"/>
            <a:ext cx="4584700" cy="2429510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240"/>
              </a:spcBef>
            </a:pPr>
            <a:r>
              <a:rPr dirty="0" spc="565"/>
              <a:t>Jeu</a:t>
            </a:r>
            <a:r>
              <a:rPr dirty="0" spc="655"/>
              <a:t> </a:t>
            </a:r>
            <a:r>
              <a:rPr dirty="0" spc="570"/>
              <a:t>de </a:t>
            </a:r>
            <a:r>
              <a:rPr dirty="0" spc="450"/>
              <a:t>données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6101263" y="2472935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D98F4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0948" y="4958204"/>
            <a:ext cx="8048624" cy="49910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7367" y="5458995"/>
            <a:ext cx="117622" cy="11762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7367" y="6360764"/>
            <a:ext cx="117622" cy="11762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7367" y="7262534"/>
            <a:ext cx="117622" cy="11762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7367" y="7713419"/>
            <a:ext cx="117622" cy="117621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459819" y="4132101"/>
            <a:ext cx="7810500" cy="3836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35">
                <a:solidFill>
                  <a:srgbClr val="D98F4B"/>
                </a:solidFill>
                <a:latin typeface="Arial Black"/>
                <a:cs typeface="Arial Black"/>
              </a:rPr>
              <a:t>Analyse</a:t>
            </a:r>
            <a:r>
              <a:rPr dirty="0" sz="5200" spc="-370">
                <a:solidFill>
                  <a:srgbClr val="D98F4B"/>
                </a:solidFill>
                <a:latin typeface="Arial Black"/>
                <a:cs typeface="Arial Black"/>
              </a:rPr>
              <a:t> </a:t>
            </a:r>
            <a:r>
              <a:rPr dirty="0" sz="5200" spc="-130">
                <a:solidFill>
                  <a:srgbClr val="D98F4B"/>
                </a:solidFill>
                <a:latin typeface="Arial Black"/>
                <a:cs typeface="Arial Black"/>
              </a:rPr>
              <a:t>du</a:t>
            </a:r>
            <a:r>
              <a:rPr dirty="0" sz="5200" spc="-370">
                <a:solidFill>
                  <a:srgbClr val="D98F4B"/>
                </a:solidFill>
                <a:latin typeface="Arial Black"/>
                <a:cs typeface="Arial Black"/>
              </a:rPr>
              <a:t> </a:t>
            </a:r>
            <a:r>
              <a:rPr dirty="0" sz="5200" spc="-305">
                <a:solidFill>
                  <a:srgbClr val="D98F4B"/>
                </a:solidFill>
                <a:latin typeface="Arial Black"/>
                <a:cs typeface="Arial Black"/>
              </a:rPr>
              <a:t>dataset</a:t>
            </a:r>
            <a:endParaRPr sz="5200">
              <a:latin typeface="Arial Black"/>
              <a:cs typeface="Arial Black"/>
            </a:endParaRPr>
          </a:p>
          <a:p>
            <a:pPr marL="567690" marR="983615">
              <a:lnSpc>
                <a:spcPct val="115999"/>
              </a:lnSpc>
              <a:spcBef>
                <a:spcPts val="2455"/>
              </a:spcBef>
            </a:pPr>
            <a:r>
              <a:rPr dirty="0" sz="2550" spc="120">
                <a:latin typeface="Trebuchet MS"/>
                <a:cs typeface="Trebuchet MS"/>
              </a:rPr>
              <a:t>2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114">
                <a:latin typeface="Trebuchet MS"/>
                <a:cs typeface="Trebuchet MS"/>
              </a:rPr>
              <a:t>000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60">
                <a:latin typeface="Trebuchet MS"/>
                <a:cs typeface="Trebuchet MS"/>
              </a:rPr>
              <a:t>réclamations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90">
                <a:latin typeface="Trebuchet MS"/>
                <a:cs typeface="Trebuchet MS"/>
              </a:rPr>
              <a:t>simulées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(10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55">
                <a:latin typeface="Trebuchet MS"/>
                <a:cs typeface="Trebuchet MS"/>
              </a:rPr>
              <a:t>types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de </a:t>
            </a:r>
            <a:r>
              <a:rPr dirty="0" sz="2550" spc="60">
                <a:latin typeface="Trebuchet MS"/>
                <a:cs typeface="Trebuchet MS"/>
              </a:rPr>
              <a:t>réclamations</a:t>
            </a:r>
            <a:r>
              <a:rPr dirty="0" sz="2550" spc="-100">
                <a:latin typeface="Trebuchet MS"/>
                <a:cs typeface="Trebuchet MS"/>
              </a:rPr>
              <a:t> </a:t>
            </a:r>
            <a:r>
              <a:rPr dirty="0" sz="2550" spc="120">
                <a:latin typeface="Trebuchet MS"/>
                <a:cs typeface="Trebuchet MS"/>
              </a:rPr>
              <a:t>×</a:t>
            </a:r>
            <a:r>
              <a:rPr dirty="0" sz="2550" spc="-100">
                <a:latin typeface="Trebuchet MS"/>
                <a:cs typeface="Trebuchet MS"/>
              </a:rPr>
              <a:t> </a:t>
            </a:r>
            <a:r>
              <a:rPr dirty="0" sz="2550" spc="114">
                <a:latin typeface="Trebuchet MS"/>
                <a:cs typeface="Trebuchet MS"/>
              </a:rPr>
              <a:t>200</a:t>
            </a:r>
            <a:r>
              <a:rPr dirty="0" sz="2550" spc="-10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répétitions).</a:t>
            </a:r>
            <a:endParaRPr sz="2550">
              <a:latin typeface="Trebuchet MS"/>
              <a:cs typeface="Trebuchet MS"/>
            </a:endParaRPr>
          </a:p>
          <a:p>
            <a:pPr marL="567690" marR="5080">
              <a:lnSpc>
                <a:spcPct val="115999"/>
              </a:lnSpc>
            </a:pPr>
            <a:r>
              <a:rPr dirty="0" sz="2550" spc="120">
                <a:latin typeface="Trebuchet MS"/>
                <a:cs typeface="Trebuchet MS"/>
              </a:rPr>
              <a:t>5</a:t>
            </a:r>
            <a:r>
              <a:rPr dirty="0" sz="2550" spc="5">
                <a:latin typeface="Trebuchet MS"/>
                <a:cs typeface="Trebuchet MS"/>
              </a:rPr>
              <a:t> </a:t>
            </a:r>
            <a:r>
              <a:rPr dirty="0" sz="2550" spc="45">
                <a:latin typeface="Trebuchet MS"/>
                <a:cs typeface="Trebuchet MS"/>
              </a:rPr>
              <a:t>catégories</a:t>
            </a:r>
            <a:r>
              <a:rPr dirty="0" sz="2550" spc="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cibles</a:t>
            </a:r>
            <a:r>
              <a:rPr dirty="0" sz="2550" spc="5">
                <a:latin typeface="Trebuchet MS"/>
                <a:cs typeface="Trebuchet MS"/>
              </a:rPr>
              <a:t> </a:t>
            </a:r>
            <a:r>
              <a:rPr dirty="0" sz="2550" spc="-254">
                <a:latin typeface="Trebuchet MS"/>
                <a:cs typeface="Trebuchet MS"/>
              </a:rPr>
              <a:t>:</a:t>
            </a:r>
            <a:r>
              <a:rPr dirty="0" sz="2550">
                <a:latin typeface="Trebuchet MS"/>
                <a:cs typeface="Trebuchet MS"/>
              </a:rPr>
              <a:t> Produit,</a:t>
            </a:r>
            <a:r>
              <a:rPr dirty="0" sz="2550" spc="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Compte, </a:t>
            </a:r>
            <a:r>
              <a:rPr dirty="0" sz="2550" spc="-10">
                <a:latin typeface="Trebuchet MS"/>
                <a:cs typeface="Trebuchet MS"/>
              </a:rPr>
              <a:t>Paiement, </a:t>
            </a:r>
            <a:r>
              <a:rPr dirty="0" sz="2550">
                <a:latin typeface="Trebuchet MS"/>
                <a:cs typeface="Trebuchet MS"/>
              </a:rPr>
              <a:t>Livraison,</a:t>
            </a:r>
            <a:r>
              <a:rPr dirty="0" sz="2550" spc="155">
                <a:latin typeface="Trebuchet MS"/>
                <a:cs typeface="Trebuchet MS"/>
              </a:rPr>
              <a:t> </a:t>
            </a:r>
            <a:r>
              <a:rPr dirty="0" sz="2550" spc="75">
                <a:latin typeface="Trebuchet MS"/>
                <a:cs typeface="Trebuchet MS"/>
              </a:rPr>
              <a:t>Abonnement.</a:t>
            </a:r>
            <a:endParaRPr sz="2550">
              <a:latin typeface="Trebuchet MS"/>
              <a:cs typeface="Trebuchet MS"/>
            </a:endParaRPr>
          </a:p>
          <a:p>
            <a:pPr marL="567690" marR="1172210">
              <a:lnSpc>
                <a:spcPct val="115999"/>
              </a:lnSpc>
            </a:pPr>
            <a:r>
              <a:rPr dirty="0" sz="2550">
                <a:latin typeface="Trebuchet MS"/>
                <a:cs typeface="Trebuchet MS"/>
              </a:rPr>
              <a:t>Répartition</a:t>
            </a:r>
            <a:r>
              <a:rPr dirty="0" sz="2550" spc="22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équilibrée</a:t>
            </a:r>
            <a:r>
              <a:rPr dirty="0" sz="2550" spc="229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entre</a:t>
            </a:r>
            <a:r>
              <a:rPr dirty="0" sz="2550" spc="22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classes. </a:t>
            </a:r>
            <a:r>
              <a:rPr dirty="0" sz="2550" spc="75">
                <a:latin typeface="Trebuchet MS"/>
                <a:cs typeface="Trebuchet MS"/>
              </a:rPr>
              <a:t>Format</a:t>
            </a:r>
            <a:r>
              <a:rPr dirty="0" sz="2550" spc="-110">
                <a:latin typeface="Trebuchet MS"/>
                <a:cs typeface="Trebuchet MS"/>
              </a:rPr>
              <a:t> </a:t>
            </a:r>
            <a:r>
              <a:rPr dirty="0" sz="2550" spc="-254">
                <a:latin typeface="Trebuchet MS"/>
                <a:cs typeface="Trebuchet MS"/>
              </a:rPr>
              <a:t>: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texte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 spc="60">
                <a:latin typeface="Trebuchet MS"/>
                <a:cs typeface="Trebuchet MS"/>
              </a:rPr>
              <a:t>brut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 spc="120">
                <a:latin typeface="Trebuchet MS"/>
                <a:cs typeface="Trebuchet MS"/>
              </a:rPr>
              <a:t>+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étiquette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associée.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20320" marR="5080">
              <a:lnSpc>
                <a:spcPts val="9450"/>
              </a:lnSpc>
              <a:spcBef>
                <a:spcPts val="240"/>
              </a:spcBef>
            </a:pPr>
            <a:r>
              <a:rPr dirty="0" spc="395"/>
              <a:t>Objectifs</a:t>
            </a:r>
            <a:r>
              <a:rPr dirty="0" spc="660"/>
              <a:t> </a:t>
            </a:r>
            <a:r>
              <a:rPr dirty="0" spc="495"/>
              <a:t>et </a:t>
            </a:r>
            <a:r>
              <a:rPr dirty="0" spc="440"/>
              <a:t>métriques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998806" y="2472935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EB8F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0" y="8394403"/>
            <a:ext cx="7423784" cy="1892935"/>
            <a:chOff x="0" y="8394403"/>
            <a:chExt cx="7423784" cy="1892935"/>
          </a:xfrm>
        </p:grpSpPr>
        <p:sp>
          <p:nvSpPr>
            <p:cNvPr id="6" name="object 6" descr=""/>
            <p:cNvSpPr/>
            <p:nvPr/>
          </p:nvSpPr>
          <p:spPr>
            <a:xfrm>
              <a:off x="0" y="8394403"/>
              <a:ext cx="5363845" cy="1892935"/>
            </a:xfrm>
            <a:custGeom>
              <a:avLst/>
              <a:gdLst/>
              <a:ahLst/>
              <a:cxnLst/>
              <a:rect l="l" t="t" r="r" b="b"/>
              <a:pathLst>
                <a:path w="5363845" h="1892934">
                  <a:moveTo>
                    <a:pt x="0" y="1892596"/>
                  </a:moveTo>
                  <a:lnTo>
                    <a:pt x="0" y="0"/>
                  </a:lnTo>
                  <a:lnTo>
                    <a:pt x="24033" y="6278"/>
                  </a:lnTo>
                  <a:lnTo>
                    <a:pt x="77021" y="20677"/>
                  </a:lnTo>
                  <a:lnTo>
                    <a:pt x="130290" y="35675"/>
                  </a:lnTo>
                  <a:lnTo>
                    <a:pt x="183782" y="51230"/>
                  </a:lnTo>
                  <a:lnTo>
                    <a:pt x="291206" y="83835"/>
                  </a:lnTo>
                  <a:lnTo>
                    <a:pt x="398832" y="118143"/>
                  </a:lnTo>
                  <a:lnTo>
                    <a:pt x="506197" y="153808"/>
                  </a:lnTo>
                  <a:lnTo>
                    <a:pt x="665747" y="209083"/>
                  </a:lnTo>
                  <a:lnTo>
                    <a:pt x="873261" y="284279"/>
                  </a:lnTo>
                  <a:lnTo>
                    <a:pt x="1424933" y="493649"/>
                  </a:lnTo>
                  <a:lnTo>
                    <a:pt x="1491329" y="518121"/>
                  </a:lnTo>
                  <a:lnTo>
                    <a:pt x="1670654" y="582228"/>
                  </a:lnTo>
                  <a:lnTo>
                    <a:pt x="1776021" y="617854"/>
                  </a:lnTo>
                  <a:lnTo>
                    <a:pt x="1825159" y="633728"/>
                  </a:lnTo>
                  <a:lnTo>
                    <a:pt x="1872249" y="648394"/>
                  </a:lnTo>
                  <a:lnTo>
                    <a:pt x="1917529" y="661919"/>
                  </a:lnTo>
                  <a:lnTo>
                    <a:pt x="1961234" y="674366"/>
                  </a:lnTo>
                  <a:lnTo>
                    <a:pt x="2003601" y="685800"/>
                  </a:lnTo>
                  <a:lnTo>
                    <a:pt x="2044868" y="696285"/>
                  </a:lnTo>
                  <a:lnTo>
                    <a:pt x="2085270" y="705887"/>
                  </a:lnTo>
                  <a:lnTo>
                    <a:pt x="2125045" y="714670"/>
                  </a:lnTo>
                  <a:lnTo>
                    <a:pt x="2164429" y="722698"/>
                  </a:lnTo>
                  <a:lnTo>
                    <a:pt x="2203659" y="730036"/>
                  </a:lnTo>
                  <a:lnTo>
                    <a:pt x="2242971" y="736749"/>
                  </a:lnTo>
                  <a:lnTo>
                    <a:pt x="2282602" y="742902"/>
                  </a:lnTo>
                  <a:lnTo>
                    <a:pt x="2322790" y="748558"/>
                  </a:lnTo>
                  <a:lnTo>
                    <a:pt x="2363770" y="753784"/>
                  </a:lnTo>
                  <a:lnTo>
                    <a:pt x="2405779" y="758642"/>
                  </a:lnTo>
                  <a:lnTo>
                    <a:pt x="2449055" y="763199"/>
                  </a:lnTo>
                  <a:lnTo>
                    <a:pt x="2493833" y="767518"/>
                  </a:lnTo>
                  <a:lnTo>
                    <a:pt x="2588845" y="775702"/>
                  </a:lnTo>
                  <a:lnTo>
                    <a:pt x="3106040" y="814060"/>
                  </a:lnTo>
                  <a:lnTo>
                    <a:pt x="3294051" y="830080"/>
                  </a:lnTo>
                  <a:lnTo>
                    <a:pt x="3443407" y="844819"/>
                  </a:lnTo>
                  <a:lnTo>
                    <a:pt x="3545977" y="856176"/>
                  </a:lnTo>
                  <a:lnTo>
                    <a:pt x="3650342" y="868904"/>
                  </a:lnTo>
                  <a:lnTo>
                    <a:pt x="3755981" y="883126"/>
                  </a:lnTo>
                  <a:lnTo>
                    <a:pt x="3862375" y="898969"/>
                  </a:lnTo>
                  <a:lnTo>
                    <a:pt x="3915692" y="907537"/>
                  </a:lnTo>
                  <a:lnTo>
                    <a:pt x="3969003" y="916557"/>
                  </a:lnTo>
                  <a:lnTo>
                    <a:pt x="4022242" y="926044"/>
                  </a:lnTo>
                  <a:lnTo>
                    <a:pt x="4075345" y="936014"/>
                  </a:lnTo>
                  <a:lnTo>
                    <a:pt x="4128247" y="946483"/>
                  </a:lnTo>
                  <a:lnTo>
                    <a:pt x="4180883" y="957466"/>
                  </a:lnTo>
                  <a:lnTo>
                    <a:pt x="4233188" y="968979"/>
                  </a:lnTo>
                  <a:lnTo>
                    <a:pt x="4285097" y="981037"/>
                  </a:lnTo>
                  <a:lnTo>
                    <a:pt x="4336544" y="993656"/>
                  </a:lnTo>
                  <a:lnTo>
                    <a:pt x="4387465" y="1006852"/>
                  </a:lnTo>
                  <a:lnTo>
                    <a:pt x="4437796" y="1020640"/>
                  </a:lnTo>
                  <a:lnTo>
                    <a:pt x="4487470" y="1035035"/>
                  </a:lnTo>
                  <a:lnTo>
                    <a:pt x="4536423" y="1050055"/>
                  </a:lnTo>
                  <a:lnTo>
                    <a:pt x="4584590" y="1065713"/>
                  </a:lnTo>
                  <a:lnTo>
                    <a:pt x="4631907" y="1082025"/>
                  </a:lnTo>
                  <a:lnTo>
                    <a:pt x="4678307" y="1099008"/>
                  </a:lnTo>
                  <a:lnTo>
                    <a:pt x="4723726" y="1116677"/>
                  </a:lnTo>
                  <a:lnTo>
                    <a:pt x="4768100" y="1135046"/>
                  </a:lnTo>
                  <a:lnTo>
                    <a:pt x="4811363" y="1154133"/>
                  </a:lnTo>
                  <a:lnTo>
                    <a:pt x="4853450" y="1173953"/>
                  </a:lnTo>
                  <a:lnTo>
                    <a:pt x="4894296" y="1194520"/>
                  </a:lnTo>
                  <a:lnTo>
                    <a:pt x="4934062" y="1215983"/>
                  </a:lnTo>
                  <a:lnTo>
                    <a:pt x="4972006" y="1237963"/>
                  </a:lnTo>
                  <a:lnTo>
                    <a:pt x="5008740" y="1260868"/>
                  </a:lnTo>
                  <a:lnTo>
                    <a:pt x="5043973" y="1284584"/>
                  </a:lnTo>
                  <a:lnTo>
                    <a:pt x="5077641" y="1309127"/>
                  </a:lnTo>
                  <a:lnTo>
                    <a:pt x="5109678" y="1334511"/>
                  </a:lnTo>
                  <a:lnTo>
                    <a:pt x="5140019" y="1360752"/>
                  </a:lnTo>
                  <a:lnTo>
                    <a:pt x="5168600" y="1387867"/>
                  </a:lnTo>
                  <a:lnTo>
                    <a:pt x="5195355" y="1415870"/>
                  </a:lnTo>
                  <a:lnTo>
                    <a:pt x="5220220" y="1444777"/>
                  </a:lnTo>
                  <a:lnTo>
                    <a:pt x="5264018" y="1505366"/>
                  </a:lnTo>
                  <a:lnTo>
                    <a:pt x="5283918" y="1539034"/>
                  </a:lnTo>
                  <a:lnTo>
                    <a:pt x="5301501" y="1573700"/>
                  </a:lnTo>
                  <a:lnTo>
                    <a:pt x="5316808" y="1609301"/>
                  </a:lnTo>
                  <a:lnTo>
                    <a:pt x="5329883" y="1645772"/>
                  </a:lnTo>
                  <a:lnTo>
                    <a:pt x="5340767" y="1683050"/>
                  </a:lnTo>
                  <a:lnTo>
                    <a:pt x="5349503" y="1721071"/>
                  </a:lnTo>
                  <a:lnTo>
                    <a:pt x="5356132" y="1759771"/>
                  </a:lnTo>
                  <a:lnTo>
                    <a:pt x="5360698" y="1799087"/>
                  </a:lnTo>
                  <a:lnTo>
                    <a:pt x="5363241" y="1838954"/>
                  </a:lnTo>
                  <a:lnTo>
                    <a:pt x="5363806" y="1879309"/>
                  </a:lnTo>
                  <a:lnTo>
                    <a:pt x="5363358" y="1892596"/>
                  </a:lnTo>
                  <a:lnTo>
                    <a:pt x="0" y="1892596"/>
                  </a:lnTo>
                  <a:close/>
                </a:path>
              </a:pathLst>
            </a:custGeom>
            <a:solidFill>
              <a:srgbClr val="6A6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408948" y="9012314"/>
              <a:ext cx="4015104" cy="1275080"/>
            </a:xfrm>
            <a:custGeom>
              <a:avLst/>
              <a:gdLst/>
              <a:ahLst/>
              <a:cxnLst/>
              <a:rect l="l" t="t" r="r" b="b"/>
              <a:pathLst>
                <a:path w="4015104" h="1275079">
                  <a:moveTo>
                    <a:pt x="4003420" y="1274685"/>
                  </a:moveTo>
                  <a:lnTo>
                    <a:pt x="94324" y="1274685"/>
                  </a:lnTo>
                  <a:lnTo>
                    <a:pt x="66657" y="1214559"/>
                  </a:lnTo>
                  <a:lnTo>
                    <a:pt x="50791" y="1173193"/>
                  </a:lnTo>
                  <a:lnTo>
                    <a:pt x="37127" y="1131548"/>
                  </a:lnTo>
                  <a:lnTo>
                    <a:pt x="25641" y="1089689"/>
                  </a:lnTo>
                  <a:lnTo>
                    <a:pt x="16307" y="1047684"/>
                  </a:lnTo>
                  <a:lnTo>
                    <a:pt x="9101" y="1005600"/>
                  </a:lnTo>
                  <a:lnTo>
                    <a:pt x="3998" y="963502"/>
                  </a:lnTo>
                  <a:lnTo>
                    <a:pt x="973" y="921457"/>
                  </a:lnTo>
                  <a:lnTo>
                    <a:pt x="0" y="879533"/>
                  </a:lnTo>
                  <a:lnTo>
                    <a:pt x="1054" y="837795"/>
                  </a:lnTo>
                  <a:lnTo>
                    <a:pt x="4111" y="796311"/>
                  </a:lnTo>
                  <a:lnTo>
                    <a:pt x="9146" y="755147"/>
                  </a:lnTo>
                  <a:lnTo>
                    <a:pt x="16134" y="714370"/>
                  </a:lnTo>
                  <a:lnTo>
                    <a:pt x="25050" y="674046"/>
                  </a:lnTo>
                  <a:lnTo>
                    <a:pt x="35868" y="634242"/>
                  </a:lnTo>
                  <a:lnTo>
                    <a:pt x="48564" y="595025"/>
                  </a:lnTo>
                  <a:lnTo>
                    <a:pt x="63112" y="556461"/>
                  </a:lnTo>
                  <a:lnTo>
                    <a:pt x="79489" y="518618"/>
                  </a:lnTo>
                  <a:lnTo>
                    <a:pt x="97668" y="481560"/>
                  </a:lnTo>
                  <a:lnTo>
                    <a:pt x="117625" y="445356"/>
                  </a:lnTo>
                  <a:lnTo>
                    <a:pt x="139335" y="410072"/>
                  </a:lnTo>
                  <a:lnTo>
                    <a:pt x="162772" y="375775"/>
                  </a:lnTo>
                  <a:lnTo>
                    <a:pt x="187913" y="342530"/>
                  </a:lnTo>
                  <a:lnTo>
                    <a:pt x="214731" y="310406"/>
                  </a:lnTo>
                  <a:lnTo>
                    <a:pt x="243202" y="279468"/>
                  </a:lnTo>
                  <a:lnTo>
                    <a:pt x="273301" y="249783"/>
                  </a:lnTo>
                  <a:lnTo>
                    <a:pt x="305003" y="221418"/>
                  </a:lnTo>
                  <a:lnTo>
                    <a:pt x="338283" y="194440"/>
                  </a:lnTo>
                  <a:lnTo>
                    <a:pt x="373116" y="168914"/>
                  </a:lnTo>
                  <a:lnTo>
                    <a:pt x="409477" y="144909"/>
                  </a:lnTo>
                  <a:lnTo>
                    <a:pt x="447340" y="122489"/>
                  </a:lnTo>
                  <a:lnTo>
                    <a:pt x="486682" y="101723"/>
                  </a:lnTo>
                  <a:lnTo>
                    <a:pt x="527477" y="82676"/>
                  </a:lnTo>
                  <a:lnTo>
                    <a:pt x="569700" y="65416"/>
                  </a:lnTo>
                  <a:lnTo>
                    <a:pt x="613325" y="50009"/>
                  </a:lnTo>
                  <a:lnTo>
                    <a:pt x="658329" y="36521"/>
                  </a:lnTo>
                  <a:lnTo>
                    <a:pt x="704686" y="25020"/>
                  </a:lnTo>
                  <a:lnTo>
                    <a:pt x="752371" y="15572"/>
                  </a:lnTo>
                  <a:lnTo>
                    <a:pt x="802224" y="8145"/>
                  </a:lnTo>
                  <a:lnTo>
                    <a:pt x="851895" y="3130"/>
                  </a:lnTo>
                  <a:lnTo>
                    <a:pt x="901361" y="443"/>
                  </a:lnTo>
                  <a:lnTo>
                    <a:pt x="950596" y="0"/>
                  </a:lnTo>
                  <a:lnTo>
                    <a:pt x="999576" y="1715"/>
                  </a:lnTo>
                  <a:lnTo>
                    <a:pt x="1048277" y="5505"/>
                  </a:lnTo>
                  <a:lnTo>
                    <a:pt x="1096674" y="11284"/>
                  </a:lnTo>
                  <a:lnTo>
                    <a:pt x="1144743" y="18970"/>
                  </a:lnTo>
                  <a:lnTo>
                    <a:pt x="1192459" y="28477"/>
                  </a:lnTo>
                  <a:lnTo>
                    <a:pt x="1239799" y="39720"/>
                  </a:lnTo>
                  <a:lnTo>
                    <a:pt x="1286738" y="52616"/>
                  </a:lnTo>
                  <a:lnTo>
                    <a:pt x="1333250" y="67080"/>
                  </a:lnTo>
                  <a:lnTo>
                    <a:pt x="1379313" y="83028"/>
                  </a:lnTo>
                  <a:lnTo>
                    <a:pt x="1424901" y="100375"/>
                  </a:lnTo>
                  <a:lnTo>
                    <a:pt x="1469990" y="119036"/>
                  </a:lnTo>
                  <a:lnTo>
                    <a:pt x="1514556" y="138928"/>
                  </a:lnTo>
                  <a:lnTo>
                    <a:pt x="1558574" y="159965"/>
                  </a:lnTo>
                  <a:lnTo>
                    <a:pt x="1602020" y="182065"/>
                  </a:lnTo>
                  <a:lnTo>
                    <a:pt x="1644870" y="205141"/>
                  </a:lnTo>
                  <a:lnTo>
                    <a:pt x="1687098" y="229110"/>
                  </a:lnTo>
                  <a:lnTo>
                    <a:pt x="1728682" y="253887"/>
                  </a:lnTo>
                  <a:lnTo>
                    <a:pt x="1769595" y="279388"/>
                  </a:lnTo>
                  <a:lnTo>
                    <a:pt x="1812233" y="307140"/>
                  </a:lnTo>
                  <a:lnTo>
                    <a:pt x="1854527" y="335676"/>
                  </a:lnTo>
                  <a:lnTo>
                    <a:pt x="1896596" y="364769"/>
                  </a:lnTo>
                  <a:lnTo>
                    <a:pt x="1980522" y="423737"/>
                  </a:lnTo>
                  <a:lnTo>
                    <a:pt x="2022613" y="453162"/>
                  </a:lnTo>
                  <a:lnTo>
                    <a:pt x="2064943" y="482250"/>
                  </a:lnTo>
                  <a:lnTo>
                    <a:pt x="2107631" y="510775"/>
                  </a:lnTo>
                  <a:lnTo>
                    <a:pt x="2150792" y="538514"/>
                  </a:lnTo>
                  <a:lnTo>
                    <a:pt x="2194544" y="565243"/>
                  </a:lnTo>
                  <a:lnTo>
                    <a:pt x="2239002" y="590738"/>
                  </a:lnTo>
                  <a:lnTo>
                    <a:pt x="2284283" y="614774"/>
                  </a:lnTo>
                  <a:lnTo>
                    <a:pt x="2330504" y="637127"/>
                  </a:lnTo>
                  <a:lnTo>
                    <a:pt x="2377781" y="657573"/>
                  </a:lnTo>
                  <a:lnTo>
                    <a:pt x="2428250" y="676199"/>
                  </a:lnTo>
                  <a:lnTo>
                    <a:pt x="2477721" y="690885"/>
                  </a:lnTo>
                  <a:lnTo>
                    <a:pt x="2526334" y="701886"/>
                  </a:lnTo>
                  <a:lnTo>
                    <a:pt x="2574229" y="709459"/>
                  </a:lnTo>
                  <a:lnTo>
                    <a:pt x="2621546" y="713859"/>
                  </a:lnTo>
                  <a:lnTo>
                    <a:pt x="2668425" y="715341"/>
                  </a:lnTo>
                  <a:lnTo>
                    <a:pt x="2715006" y="714161"/>
                  </a:lnTo>
                  <a:lnTo>
                    <a:pt x="2761428" y="710575"/>
                  </a:lnTo>
                  <a:lnTo>
                    <a:pt x="2807831" y="704838"/>
                  </a:lnTo>
                  <a:lnTo>
                    <a:pt x="2854356" y="697206"/>
                  </a:lnTo>
                  <a:lnTo>
                    <a:pt x="2901142" y="687935"/>
                  </a:lnTo>
                  <a:lnTo>
                    <a:pt x="2948329" y="677279"/>
                  </a:lnTo>
                  <a:lnTo>
                    <a:pt x="2996056" y="665495"/>
                  </a:lnTo>
                  <a:lnTo>
                    <a:pt x="3044465" y="652838"/>
                  </a:lnTo>
                  <a:lnTo>
                    <a:pt x="3143884" y="625927"/>
                  </a:lnTo>
                  <a:lnTo>
                    <a:pt x="3193628" y="613422"/>
                  </a:lnTo>
                  <a:lnTo>
                    <a:pt x="3243405" y="603200"/>
                  </a:lnTo>
                  <a:lnTo>
                    <a:pt x="3293076" y="595395"/>
                  </a:lnTo>
                  <a:lnTo>
                    <a:pt x="3342503" y="590142"/>
                  </a:lnTo>
                  <a:lnTo>
                    <a:pt x="3391546" y="587575"/>
                  </a:lnTo>
                  <a:lnTo>
                    <a:pt x="3440066" y="587827"/>
                  </a:lnTo>
                  <a:lnTo>
                    <a:pt x="3487925" y="591033"/>
                  </a:lnTo>
                  <a:lnTo>
                    <a:pt x="3534982" y="597327"/>
                  </a:lnTo>
                  <a:lnTo>
                    <a:pt x="3581100" y="606843"/>
                  </a:lnTo>
                  <a:lnTo>
                    <a:pt x="3626139" y="619716"/>
                  </a:lnTo>
                  <a:lnTo>
                    <a:pt x="3669961" y="636079"/>
                  </a:lnTo>
                  <a:lnTo>
                    <a:pt x="3712425" y="656067"/>
                  </a:lnTo>
                  <a:lnTo>
                    <a:pt x="3753394" y="679814"/>
                  </a:lnTo>
                  <a:lnTo>
                    <a:pt x="3792728" y="707454"/>
                  </a:lnTo>
                  <a:lnTo>
                    <a:pt x="3830289" y="739122"/>
                  </a:lnTo>
                  <a:lnTo>
                    <a:pt x="3865937" y="774950"/>
                  </a:lnTo>
                  <a:lnTo>
                    <a:pt x="3899533" y="815074"/>
                  </a:lnTo>
                  <a:lnTo>
                    <a:pt x="3928545" y="856473"/>
                  </a:lnTo>
                  <a:lnTo>
                    <a:pt x="3953201" y="899279"/>
                  </a:lnTo>
                  <a:lnTo>
                    <a:pt x="3973590" y="943302"/>
                  </a:lnTo>
                  <a:lnTo>
                    <a:pt x="3989806" y="988350"/>
                  </a:lnTo>
                  <a:lnTo>
                    <a:pt x="4001939" y="1034233"/>
                  </a:lnTo>
                  <a:lnTo>
                    <a:pt x="4010081" y="1080760"/>
                  </a:lnTo>
                  <a:lnTo>
                    <a:pt x="4014325" y="1127739"/>
                  </a:lnTo>
                  <a:lnTo>
                    <a:pt x="4014761" y="1174981"/>
                  </a:lnTo>
                  <a:lnTo>
                    <a:pt x="4011481" y="1222294"/>
                  </a:lnTo>
                  <a:lnTo>
                    <a:pt x="4004577" y="1269486"/>
                  </a:lnTo>
                  <a:lnTo>
                    <a:pt x="4003420" y="1274685"/>
                  </a:lnTo>
                  <a:close/>
                </a:path>
              </a:pathLst>
            </a:custGeom>
            <a:solidFill>
              <a:srgbClr val="EB8F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9765" y="8553450"/>
              <a:ext cx="85725" cy="85724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169" y="5591092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169" y="6029241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169" y="6467391"/>
            <a:ext cx="114300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9765" y="8201025"/>
            <a:ext cx="85725" cy="857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459819" y="4165717"/>
            <a:ext cx="12294235" cy="457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626610">
              <a:lnSpc>
                <a:spcPct val="100000"/>
              </a:lnSpc>
              <a:spcBef>
                <a:spcPts val="100"/>
              </a:spcBef>
            </a:pPr>
            <a:r>
              <a:rPr dirty="0" sz="5200" spc="-220">
                <a:solidFill>
                  <a:srgbClr val="EB8F7C"/>
                </a:solidFill>
                <a:latin typeface="Arial Black"/>
                <a:cs typeface="Arial Black"/>
              </a:rPr>
              <a:t>Métriques</a:t>
            </a:r>
            <a:r>
              <a:rPr dirty="0" sz="5200" spc="-350">
                <a:solidFill>
                  <a:srgbClr val="EB8F7C"/>
                </a:solidFill>
                <a:latin typeface="Arial Black"/>
                <a:cs typeface="Arial Black"/>
              </a:rPr>
              <a:t> </a:t>
            </a:r>
            <a:r>
              <a:rPr dirty="0" sz="5200" spc="-180">
                <a:solidFill>
                  <a:srgbClr val="EB8F7C"/>
                </a:solidFill>
                <a:latin typeface="Arial Black"/>
                <a:cs typeface="Arial Black"/>
              </a:rPr>
              <a:t>d’évaluation</a:t>
            </a:r>
            <a:endParaRPr sz="5200">
              <a:latin typeface="Arial Black"/>
              <a:cs typeface="Arial Black"/>
            </a:endParaRPr>
          </a:p>
          <a:p>
            <a:pPr marL="551815">
              <a:lnSpc>
                <a:spcPct val="100000"/>
              </a:lnSpc>
              <a:spcBef>
                <a:spcPts val="3729"/>
              </a:spcBef>
            </a:pPr>
            <a:r>
              <a:rPr dirty="0" sz="2500">
                <a:latin typeface="Trebuchet MS"/>
                <a:cs typeface="Trebuchet MS"/>
              </a:rPr>
              <a:t>Accuracy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(Précision</a:t>
            </a:r>
            <a:r>
              <a:rPr dirty="0" sz="2500" spc="-2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globale)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20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pourcentage</a:t>
            </a:r>
            <a:r>
              <a:rPr dirty="0" sz="2500" spc="-20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de</a:t>
            </a:r>
            <a:r>
              <a:rPr dirty="0" sz="2500" spc="-25">
                <a:latin typeface="Trebuchet MS"/>
                <a:cs typeface="Trebuchet MS"/>
              </a:rPr>
              <a:t> </a:t>
            </a:r>
            <a:r>
              <a:rPr dirty="0" sz="2500" spc="130">
                <a:latin typeface="Trebuchet MS"/>
                <a:cs typeface="Trebuchet MS"/>
              </a:rPr>
              <a:t>bonnes</a:t>
            </a:r>
            <a:r>
              <a:rPr dirty="0" sz="2500" spc="-2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classifications.</a:t>
            </a:r>
            <a:endParaRPr sz="2500">
              <a:latin typeface="Trebuchet MS"/>
              <a:cs typeface="Trebuchet MS"/>
            </a:endParaRPr>
          </a:p>
          <a:p>
            <a:pPr marL="551815" marR="5080">
              <a:lnSpc>
                <a:spcPct val="114999"/>
              </a:lnSpc>
            </a:pPr>
            <a:r>
              <a:rPr dirty="0" sz="2500" spc="-20">
                <a:latin typeface="Trebuchet MS"/>
                <a:cs typeface="Trebuchet MS"/>
              </a:rPr>
              <a:t>F1-</a:t>
            </a:r>
            <a:r>
              <a:rPr dirty="0" sz="2500" spc="65">
                <a:latin typeface="Trebuchet MS"/>
                <a:cs typeface="Trebuchet MS"/>
              </a:rPr>
              <a:t>score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75">
                <a:latin typeface="Trebuchet MS"/>
                <a:cs typeface="Trebuchet MS"/>
              </a:rPr>
              <a:t>(harmonique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précision/rappel)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85">
                <a:latin typeface="Trebuchet MS"/>
                <a:cs typeface="Trebuchet MS"/>
              </a:rPr>
              <a:t>plus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robuste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si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classes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déséquilibrées. </a:t>
            </a:r>
            <a:r>
              <a:rPr dirty="0" sz="2500" spc="95">
                <a:latin typeface="Trebuchet MS"/>
                <a:cs typeface="Trebuchet MS"/>
              </a:rPr>
              <a:t>Temps</a:t>
            </a:r>
            <a:r>
              <a:rPr dirty="0" sz="2500" spc="-100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de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95">
                <a:latin typeface="Trebuchet MS"/>
                <a:cs typeface="Trebuchet MS"/>
              </a:rPr>
              <a:t>réponse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114">
                <a:latin typeface="Trebuchet MS"/>
                <a:cs typeface="Trebuchet MS"/>
              </a:rPr>
              <a:t>moyen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50">
                <a:latin typeface="Trebuchet MS"/>
                <a:cs typeface="Trebuchet MS"/>
              </a:rPr>
              <a:t>important</a:t>
            </a:r>
            <a:r>
              <a:rPr dirty="0" sz="2500" spc="-100">
                <a:latin typeface="Trebuchet MS"/>
                <a:cs typeface="Trebuchet MS"/>
              </a:rPr>
              <a:t> </a:t>
            </a:r>
            <a:r>
              <a:rPr dirty="0" sz="2500" spc="120">
                <a:latin typeface="Trebuchet MS"/>
                <a:cs typeface="Trebuchet MS"/>
              </a:rPr>
              <a:t>pour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la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85">
                <a:latin typeface="Trebuchet MS"/>
                <a:cs typeface="Trebuchet MS"/>
              </a:rPr>
              <a:t>mise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90">
                <a:latin typeface="Trebuchet MS"/>
                <a:cs typeface="Trebuchet MS"/>
              </a:rPr>
              <a:t>en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production.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2500">
              <a:latin typeface="Trebuchet MS"/>
              <a:cs typeface="Trebuchet MS"/>
            </a:endParaRPr>
          </a:p>
          <a:p>
            <a:pPr algn="ctr" marR="4759960">
              <a:lnSpc>
                <a:spcPct val="100000"/>
              </a:lnSpc>
            </a:pPr>
            <a:r>
              <a:rPr dirty="0" sz="4000" spc="-145">
                <a:latin typeface="Arial Black"/>
                <a:cs typeface="Arial Black"/>
              </a:rPr>
              <a:t>Pourquoi</a:t>
            </a:r>
            <a:r>
              <a:rPr dirty="0" sz="4000" spc="-290">
                <a:latin typeface="Arial Black"/>
                <a:cs typeface="Arial Black"/>
              </a:rPr>
              <a:t> </a:t>
            </a:r>
            <a:r>
              <a:rPr dirty="0" sz="4000" spc="-470">
                <a:latin typeface="Arial Black"/>
                <a:cs typeface="Arial Black"/>
              </a:rPr>
              <a:t>ces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275">
                <a:latin typeface="Arial Black"/>
                <a:cs typeface="Arial Black"/>
              </a:rPr>
              <a:t>choix</a:t>
            </a:r>
            <a:r>
              <a:rPr dirty="0" sz="4000" spc="-285">
                <a:latin typeface="Arial Black"/>
                <a:cs typeface="Arial Black"/>
              </a:rPr>
              <a:t> </a:t>
            </a:r>
            <a:r>
              <a:rPr dirty="0" sz="4000" spc="-590">
                <a:latin typeface="Arial Black"/>
                <a:cs typeface="Arial Black"/>
              </a:rPr>
              <a:t>?</a:t>
            </a:r>
            <a:endParaRPr sz="4000">
              <a:latin typeface="Arial Black"/>
              <a:cs typeface="Arial Black"/>
            </a:endParaRPr>
          </a:p>
          <a:p>
            <a:pPr marL="1330960">
              <a:lnSpc>
                <a:spcPct val="100000"/>
              </a:lnSpc>
              <a:spcBef>
                <a:spcPts val="1575"/>
              </a:spcBef>
            </a:pPr>
            <a:r>
              <a:rPr dirty="0" sz="2000">
                <a:latin typeface="Trebuchet MS"/>
                <a:cs typeface="Trebuchet MS"/>
              </a:rPr>
              <a:t>Simplices</a:t>
            </a:r>
            <a:r>
              <a:rPr dirty="0" sz="2000" spc="60">
                <a:latin typeface="Trebuchet MS"/>
                <a:cs typeface="Trebuchet MS"/>
              </a:rPr>
              <a:t> </a:t>
            </a:r>
            <a:r>
              <a:rPr dirty="0" sz="2000" spc="50">
                <a:latin typeface="Trebuchet MS"/>
                <a:cs typeface="Trebuchet MS"/>
              </a:rPr>
              <a:t>à</a:t>
            </a:r>
            <a:r>
              <a:rPr dirty="0" sz="2000" spc="6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interpréter.</a:t>
            </a:r>
            <a:endParaRPr sz="2000">
              <a:latin typeface="Trebuchet MS"/>
              <a:cs typeface="Trebuchet MS"/>
            </a:endParaRPr>
          </a:p>
          <a:p>
            <a:pPr marL="133096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latin typeface="Trebuchet MS"/>
                <a:cs typeface="Trebuchet MS"/>
              </a:rPr>
              <a:t>Permettent </a:t>
            </a:r>
            <a:r>
              <a:rPr dirty="0" sz="2000" spc="65">
                <a:latin typeface="Trebuchet MS"/>
                <a:cs typeface="Trebuchet MS"/>
              </a:rPr>
              <a:t>de</a:t>
            </a:r>
            <a:r>
              <a:rPr dirty="0" sz="2000">
                <a:latin typeface="Trebuchet MS"/>
                <a:cs typeface="Trebuchet MS"/>
              </a:rPr>
              <a:t> </a:t>
            </a:r>
            <a:r>
              <a:rPr dirty="0" sz="2000" spc="60">
                <a:latin typeface="Trebuchet MS"/>
                <a:cs typeface="Trebuchet MS"/>
              </a:rPr>
              <a:t>comparer</a:t>
            </a:r>
            <a:r>
              <a:rPr dirty="0" sz="2000">
                <a:latin typeface="Trebuchet MS"/>
                <a:cs typeface="Trebuchet MS"/>
              </a:rPr>
              <a:t> équitablement </a:t>
            </a:r>
            <a:r>
              <a:rPr dirty="0" sz="2000" spc="130">
                <a:latin typeface="Trebuchet MS"/>
                <a:cs typeface="Trebuchet MS"/>
              </a:rPr>
              <a:t>LLM</a:t>
            </a:r>
            <a:r>
              <a:rPr dirty="0" sz="2000">
                <a:latin typeface="Trebuchet MS"/>
                <a:cs typeface="Trebuchet MS"/>
              </a:rPr>
              <a:t> et </a:t>
            </a:r>
            <a:r>
              <a:rPr dirty="0" sz="2000" spc="70">
                <a:latin typeface="Trebuchet MS"/>
                <a:cs typeface="Trebuchet MS"/>
              </a:rPr>
              <a:t>modèles</a:t>
            </a:r>
            <a:r>
              <a:rPr dirty="0" sz="2000">
                <a:latin typeface="Trebuchet MS"/>
                <a:cs typeface="Trebuchet MS"/>
              </a:rPr>
              <a:t> </a:t>
            </a:r>
            <a:r>
              <a:rPr dirty="0" sz="2000" spc="190">
                <a:latin typeface="Trebuchet MS"/>
                <a:cs typeface="Trebuchet MS"/>
              </a:rPr>
              <a:t>ML</a:t>
            </a:r>
            <a:r>
              <a:rPr dirty="0" sz="200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classiques.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446262" y="2453885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6" y="6746"/>
                </a:lnTo>
                <a:lnTo>
                  <a:pt x="210494" y="25533"/>
                </a:lnTo>
                <a:lnTo>
                  <a:pt x="239141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1" y="210493"/>
                </a:lnTo>
                <a:lnTo>
                  <a:pt x="210494" y="239140"/>
                </a:lnTo>
                <a:lnTo>
                  <a:pt x="174166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CDB8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09365" y="1345625"/>
            <a:ext cx="12078970" cy="8941435"/>
            <a:chOff x="6209365" y="1345625"/>
            <a:chExt cx="12078970" cy="8941435"/>
          </a:xfrm>
        </p:grpSpPr>
        <p:sp>
          <p:nvSpPr>
            <p:cNvPr id="5" name="object 5" descr=""/>
            <p:cNvSpPr/>
            <p:nvPr/>
          </p:nvSpPr>
          <p:spPr>
            <a:xfrm>
              <a:off x="10633276" y="7365901"/>
              <a:ext cx="7654925" cy="2921635"/>
            </a:xfrm>
            <a:custGeom>
              <a:avLst/>
              <a:gdLst/>
              <a:ahLst/>
              <a:cxnLst/>
              <a:rect l="l" t="t" r="r" b="b"/>
              <a:pathLst>
                <a:path w="7654925" h="2921634">
                  <a:moveTo>
                    <a:pt x="7654724" y="0"/>
                  </a:moveTo>
                  <a:lnTo>
                    <a:pt x="7654724" y="2921099"/>
                  </a:lnTo>
                  <a:lnTo>
                    <a:pt x="0" y="2921099"/>
                  </a:lnTo>
                  <a:lnTo>
                    <a:pt x="3932" y="2876966"/>
                  </a:lnTo>
                  <a:lnTo>
                    <a:pt x="8922" y="2830190"/>
                  </a:lnTo>
                  <a:lnTo>
                    <a:pt x="14715" y="2783584"/>
                  </a:lnTo>
                  <a:lnTo>
                    <a:pt x="21310" y="2737165"/>
                  </a:lnTo>
                  <a:lnTo>
                    <a:pt x="28701" y="2690950"/>
                  </a:lnTo>
                  <a:lnTo>
                    <a:pt x="36887" y="2644954"/>
                  </a:lnTo>
                  <a:lnTo>
                    <a:pt x="45864" y="2599193"/>
                  </a:lnTo>
                  <a:lnTo>
                    <a:pt x="55627" y="2553685"/>
                  </a:lnTo>
                  <a:lnTo>
                    <a:pt x="66175" y="2508445"/>
                  </a:lnTo>
                  <a:lnTo>
                    <a:pt x="77503" y="2463488"/>
                  </a:lnTo>
                  <a:lnTo>
                    <a:pt x="89608" y="2418832"/>
                  </a:lnTo>
                  <a:lnTo>
                    <a:pt x="102487" y="2374493"/>
                  </a:lnTo>
                  <a:lnTo>
                    <a:pt x="116137" y="2330486"/>
                  </a:lnTo>
                  <a:lnTo>
                    <a:pt x="130553" y="2286828"/>
                  </a:lnTo>
                  <a:lnTo>
                    <a:pt x="145734" y="2243535"/>
                  </a:lnTo>
                  <a:lnTo>
                    <a:pt x="161674" y="2200623"/>
                  </a:lnTo>
                  <a:lnTo>
                    <a:pt x="178372" y="2158108"/>
                  </a:lnTo>
                  <a:lnTo>
                    <a:pt x="195823" y="2116007"/>
                  </a:lnTo>
                  <a:lnTo>
                    <a:pt x="214024" y="2074335"/>
                  </a:lnTo>
                  <a:lnTo>
                    <a:pt x="232972" y="2033109"/>
                  </a:lnTo>
                  <a:lnTo>
                    <a:pt x="252664" y="1992345"/>
                  </a:lnTo>
                  <a:lnTo>
                    <a:pt x="5444130" y="1051619"/>
                  </a:lnTo>
                  <a:lnTo>
                    <a:pt x="5492883" y="1042365"/>
                  </a:lnTo>
                  <a:lnTo>
                    <a:pt x="5541074" y="1032082"/>
                  </a:lnTo>
                  <a:lnTo>
                    <a:pt x="5588713" y="1020808"/>
                  </a:lnTo>
                  <a:lnTo>
                    <a:pt x="5635811" y="1008583"/>
                  </a:lnTo>
                  <a:lnTo>
                    <a:pt x="5682380" y="995443"/>
                  </a:lnTo>
                  <a:lnTo>
                    <a:pt x="5728430" y="981427"/>
                  </a:lnTo>
                  <a:lnTo>
                    <a:pt x="5773973" y="966574"/>
                  </a:lnTo>
                  <a:lnTo>
                    <a:pt x="5819018" y="950922"/>
                  </a:lnTo>
                  <a:lnTo>
                    <a:pt x="5863578" y="934508"/>
                  </a:lnTo>
                  <a:lnTo>
                    <a:pt x="5907663" y="917372"/>
                  </a:lnTo>
                  <a:lnTo>
                    <a:pt x="5951284" y="899552"/>
                  </a:lnTo>
                  <a:lnTo>
                    <a:pt x="5994451" y="881085"/>
                  </a:lnTo>
                  <a:lnTo>
                    <a:pt x="6037177" y="862011"/>
                  </a:lnTo>
                  <a:lnTo>
                    <a:pt x="6079472" y="842367"/>
                  </a:lnTo>
                  <a:lnTo>
                    <a:pt x="6121346" y="822191"/>
                  </a:lnTo>
                  <a:lnTo>
                    <a:pt x="6162811" y="801522"/>
                  </a:lnTo>
                  <a:lnTo>
                    <a:pt x="6203649" y="780516"/>
                  </a:lnTo>
                  <a:lnTo>
                    <a:pt x="6244556" y="758859"/>
                  </a:lnTo>
                  <a:lnTo>
                    <a:pt x="6284859" y="736941"/>
                  </a:lnTo>
                  <a:lnTo>
                    <a:pt x="6324796" y="714683"/>
                  </a:lnTo>
                  <a:lnTo>
                    <a:pt x="6403617" y="669299"/>
                  </a:lnTo>
                  <a:lnTo>
                    <a:pt x="6481107" y="623015"/>
                  </a:lnTo>
                  <a:lnTo>
                    <a:pt x="6595038" y="552570"/>
                  </a:lnTo>
                  <a:lnTo>
                    <a:pt x="6958392" y="321356"/>
                  </a:lnTo>
                  <a:lnTo>
                    <a:pt x="7028689" y="278075"/>
                  </a:lnTo>
                  <a:lnTo>
                    <a:pt x="7098398" y="236496"/>
                  </a:lnTo>
                  <a:lnTo>
                    <a:pt x="7133060" y="216440"/>
                  </a:lnTo>
                  <a:lnTo>
                    <a:pt x="7167607" y="196924"/>
                  </a:lnTo>
                  <a:lnTo>
                    <a:pt x="7202052" y="177987"/>
                  </a:lnTo>
                  <a:lnTo>
                    <a:pt x="7236405" y="159666"/>
                  </a:lnTo>
                  <a:lnTo>
                    <a:pt x="7270676" y="142001"/>
                  </a:lnTo>
                  <a:lnTo>
                    <a:pt x="7304877" y="125028"/>
                  </a:lnTo>
                  <a:lnTo>
                    <a:pt x="7373112" y="93317"/>
                  </a:lnTo>
                  <a:lnTo>
                    <a:pt x="7441197" y="64838"/>
                  </a:lnTo>
                  <a:lnTo>
                    <a:pt x="7509220" y="39897"/>
                  </a:lnTo>
                  <a:lnTo>
                    <a:pt x="7577268" y="18801"/>
                  </a:lnTo>
                  <a:lnTo>
                    <a:pt x="7645429" y="1856"/>
                  </a:lnTo>
                  <a:lnTo>
                    <a:pt x="7654724" y="0"/>
                  </a:lnTo>
                  <a:close/>
                </a:path>
                <a:path w="7654925" h="2921634">
                  <a:moveTo>
                    <a:pt x="1578013" y="958651"/>
                  </a:moveTo>
                  <a:lnTo>
                    <a:pt x="1621027" y="951435"/>
                  </a:lnTo>
                  <a:lnTo>
                    <a:pt x="1664557" y="944855"/>
                  </a:lnTo>
                  <a:lnTo>
                    <a:pt x="1708589" y="938896"/>
                  </a:lnTo>
                  <a:lnTo>
                    <a:pt x="1753110" y="933541"/>
                  </a:lnTo>
                  <a:lnTo>
                    <a:pt x="1799572" y="928617"/>
                  </a:lnTo>
                  <a:lnTo>
                    <a:pt x="1799339" y="928658"/>
                  </a:lnTo>
                  <a:lnTo>
                    <a:pt x="1843558" y="924575"/>
                  </a:lnTo>
                  <a:lnTo>
                    <a:pt x="1889457" y="920932"/>
                  </a:lnTo>
                  <a:lnTo>
                    <a:pt x="1935787" y="917827"/>
                  </a:lnTo>
                  <a:lnTo>
                    <a:pt x="1982535" y="915244"/>
                  </a:lnTo>
                  <a:lnTo>
                    <a:pt x="2029685" y="913166"/>
                  </a:lnTo>
                  <a:lnTo>
                    <a:pt x="2077224" y="911576"/>
                  </a:lnTo>
                  <a:lnTo>
                    <a:pt x="2125137" y="910459"/>
                  </a:lnTo>
                  <a:lnTo>
                    <a:pt x="2222029" y="909577"/>
                  </a:lnTo>
                  <a:lnTo>
                    <a:pt x="2320249" y="910387"/>
                  </a:lnTo>
                  <a:lnTo>
                    <a:pt x="2419683" y="912758"/>
                  </a:lnTo>
                  <a:lnTo>
                    <a:pt x="2520216" y="916559"/>
                  </a:lnTo>
                  <a:lnTo>
                    <a:pt x="2672830" y="924654"/>
                  </a:lnTo>
                  <a:lnTo>
                    <a:pt x="2827279" y="935228"/>
                  </a:lnTo>
                  <a:lnTo>
                    <a:pt x="3035405" y="952416"/>
                  </a:lnTo>
                  <a:lnTo>
                    <a:pt x="4082954" y="1055858"/>
                  </a:lnTo>
                  <a:lnTo>
                    <a:pt x="4338063" y="1076359"/>
                  </a:lnTo>
                  <a:lnTo>
                    <a:pt x="4488237" y="1085792"/>
                  </a:lnTo>
                  <a:lnTo>
                    <a:pt x="4635773" y="1092533"/>
                  </a:lnTo>
                  <a:lnTo>
                    <a:pt x="4732476" y="1095312"/>
                  </a:lnTo>
                  <a:lnTo>
                    <a:pt x="4827723" y="1096567"/>
                  </a:lnTo>
                  <a:lnTo>
                    <a:pt x="4921399" y="1096165"/>
                  </a:lnTo>
                  <a:lnTo>
                    <a:pt x="4967613" y="1095302"/>
                  </a:lnTo>
                  <a:lnTo>
                    <a:pt x="5013392" y="1093975"/>
                  </a:lnTo>
                  <a:lnTo>
                    <a:pt x="5058722" y="1092169"/>
                  </a:lnTo>
                  <a:lnTo>
                    <a:pt x="5103589" y="1089867"/>
                  </a:lnTo>
                  <a:lnTo>
                    <a:pt x="5147977" y="1087052"/>
                  </a:lnTo>
                  <a:lnTo>
                    <a:pt x="5191874" y="1083708"/>
                  </a:lnTo>
                  <a:lnTo>
                    <a:pt x="5235867" y="1079757"/>
                  </a:lnTo>
                  <a:lnTo>
                    <a:pt x="5278135" y="1075368"/>
                  </a:lnTo>
                  <a:lnTo>
                    <a:pt x="5320471" y="1070339"/>
                  </a:lnTo>
                  <a:lnTo>
                    <a:pt x="5362258" y="1064716"/>
                  </a:lnTo>
                  <a:lnTo>
                    <a:pt x="5403483" y="1058481"/>
                  </a:lnTo>
                  <a:lnTo>
                    <a:pt x="5444130" y="1051619"/>
                  </a:lnTo>
                  <a:lnTo>
                    <a:pt x="262058" y="1973823"/>
                  </a:lnTo>
                  <a:lnTo>
                    <a:pt x="294264" y="1912268"/>
                  </a:lnTo>
                  <a:lnTo>
                    <a:pt x="316166" y="1872987"/>
                  </a:lnTo>
                  <a:lnTo>
                    <a:pt x="338798" y="1834232"/>
                  </a:lnTo>
                  <a:lnTo>
                    <a:pt x="362156" y="1796021"/>
                  </a:lnTo>
                  <a:lnTo>
                    <a:pt x="386238" y="1758368"/>
                  </a:lnTo>
                  <a:lnTo>
                    <a:pt x="411040" y="1721290"/>
                  </a:lnTo>
                  <a:lnTo>
                    <a:pt x="436558" y="1684803"/>
                  </a:lnTo>
                  <a:lnTo>
                    <a:pt x="462790" y="1648924"/>
                  </a:lnTo>
                  <a:lnTo>
                    <a:pt x="489731" y="1613669"/>
                  </a:lnTo>
                  <a:lnTo>
                    <a:pt x="517378" y="1579053"/>
                  </a:lnTo>
                  <a:lnTo>
                    <a:pt x="545729" y="1545093"/>
                  </a:lnTo>
                  <a:lnTo>
                    <a:pt x="574779" y="1511805"/>
                  </a:lnTo>
                  <a:lnTo>
                    <a:pt x="604526" y="1479205"/>
                  </a:lnTo>
                  <a:lnTo>
                    <a:pt x="634966" y="1447310"/>
                  </a:lnTo>
                  <a:lnTo>
                    <a:pt x="666095" y="1416135"/>
                  </a:lnTo>
                  <a:lnTo>
                    <a:pt x="697910" y="1385697"/>
                  </a:lnTo>
                  <a:lnTo>
                    <a:pt x="730408" y="1356011"/>
                  </a:lnTo>
                  <a:lnTo>
                    <a:pt x="763586" y="1327095"/>
                  </a:lnTo>
                  <a:lnTo>
                    <a:pt x="797440" y="1298964"/>
                  </a:lnTo>
                  <a:lnTo>
                    <a:pt x="831966" y="1271634"/>
                  </a:lnTo>
                  <a:lnTo>
                    <a:pt x="867162" y="1245122"/>
                  </a:lnTo>
                  <a:lnTo>
                    <a:pt x="903024" y="1219444"/>
                  </a:lnTo>
                  <a:lnTo>
                    <a:pt x="939549" y="1194615"/>
                  </a:lnTo>
                  <a:lnTo>
                    <a:pt x="1004431" y="1154434"/>
                  </a:lnTo>
                  <a:lnTo>
                    <a:pt x="1037995" y="1135701"/>
                  </a:lnTo>
                  <a:lnTo>
                    <a:pt x="1072288" y="1117850"/>
                  </a:lnTo>
                  <a:lnTo>
                    <a:pt x="1107296" y="1100865"/>
                  </a:lnTo>
                  <a:lnTo>
                    <a:pt x="1143005" y="1084731"/>
                  </a:lnTo>
                  <a:lnTo>
                    <a:pt x="1179401" y="1069430"/>
                  </a:lnTo>
                  <a:lnTo>
                    <a:pt x="1216470" y="1054946"/>
                  </a:lnTo>
                  <a:lnTo>
                    <a:pt x="1254197" y="1041262"/>
                  </a:lnTo>
                  <a:lnTo>
                    <a:pt x="1292569" y="1028363"/>
                  </a:lnTo>
                  <a:lnTo>
                    <a:pt x="1331570" y="1016232"/>
                  </a:lnTo>
                  <a:lnTo>
                    <a:pt x="1371187" y="1004852"/>
                  </a:lnTo>
                  <a:lnTo>
                    <a:pt x="1411406" y="994208"/>
                  </a:lnTo>
                  <a:lnTo>
                    <a:pt x="1452212" y="984282"/>
                  </a:lnTo>
                  <a:lnTo>
                    <a:pt x="1493591" y="975058"/>
                  </a:lnTo>
                  <a:lnTo>
                    <a:pt x="1535530" y="966520"/>
                  </a:lnTo>
                  <a:lnTo>
                    <a:pt x="1578013" y="958651"/>
                  </a:lnTo>
                  <a:close/>
                </a:path>
              </a:pathLst>
            </a:custGeom>
            <a:solidFill>
              <a:srgbClr val="CDB8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09365" y="8597416"/>
              <a:ext cx="8171180" cy="1689735"/>
            </a:xfrm>
            <a:custGeom>
              <a:avLst/>
              <a:gdLst/>
              <a:ahLst/>
              <a:cxnLst/>
              <a:rect l="l" t="t" r="r" b="b"/>
              <a:pathLst>
                <a:path w="8171180" h="1689734">
                  <a:moveTo>
                    <a:pt x="7411992" y="23580"/>
                  </a:moveTo>
                  <a:lnTo>
                    <a:pt x="7458298" y="34316"/>
                  </a:lnTo>
                  <a:lnTo>
                    <a:pt x="7504210" y="47195"/>
                  </a:lnTo>
                  <a:lnTo>
                    <a:pt x="7546184" y="60761"/>
                  </a:lnTo>
                  <a:lnTo>
                    <a:pt x="7588092" y="74789"/>
                  </a:lnTo>
                  <a:lnTo>
                    <a:pt x="7629877" y="89374"/>
                  </a:lnTo>
                  <a:lnTo>
                    <a:pt x="7754380" y="135554"/>
                  </a:lnTo>
                  <a:lnTo>
                    <a:pt x="7795648" y="151349"/>
                  </a:lnTo>
                  <a:lnTo>
                    <a:pt x="7836693" y="167826"/>
                  </a:lnTo>
                  <a:lnTo>
                    <a:pt x="7898709" y="199024"/>
                  </a:lnTo>
                  <a:lnTo>
                    <a:pt x="7955801" y="238519"/>
                  </a:lnTo>
                  <a:lnTo>
                    <a:pt x="8006927" y="285482"/>
                  </a:lnTo>
                  <a:lnTo>
                    <a:pt x="8051046" y="339081"/>
                  </a:lnTo>
                  <a:lnTo>
                    <a:pt x="8092937" y="402587"/>
                  </a:lnTo>
                  <a:lnTo>
                    <a:pt x="8128332" y="469928"/>
                  </a:lnTo>
                  <a:lnTo>
                    <a:pt x="8146286" y="514027"/>
                  </a:lnTo>
                  <a:lnTo>
                    <a:pt x="8159189" y="559269"/>
                  </a:lnTo>
                  <a:lnTo>
                    <a:pt x="8167043" y="605655"/>
                  </a:lnTo>
                  <a:lnTo>
                    <a:pt x="8169847" y="653186"/>
                  </a:lnTo>
                  <a:lnTo>
                    <a:pt x="8170685" y="783162"/>
                  </a:lnTo>
                  <a:lnTo>
                    <a:pt x="8170626" y="826474"/>
                  </a:lnTo>
                  <a:lnTo>
                    <a:pt x="8169133" y="867519"/>
                  </a:lnTo>
                  <a:lnTo>
                    <a:pt x="8165262" y="908268"/>
                  </a:lnTo>
                  <a:lnTo>
                    <a:pt x="8159013" y="948720"/>
                  </a:lnTo>
                  <a:lnTo>
                    <a:pt x="8150387" y="988876"/>
                  </a:lnTo>
                  <a:lnTo>
                    <a:pt x="8137437" y="1040656"/>
                  </a:lnTo>
                  <a:lnTo>
                    <a:pt x="8122271" y="1091613"/>
                  </a:lnTo>
                  <a:lnTo>
                    <a:pt x="8104889" y="1141745"/>
                  </a:lnTo>
                  <a:lnTo>
                    <a:pt x="8085290" y="1191053"/>
                  </a:lnTo>
                  <a:lnTo>
                    <a:pt x="8063475" y="1239536"/>
                  </a:lnTo>
                  <a:lnTo>
                    <a:pt x="8039444" y="1287196"/>
                  </a:lnTo>
                  <a:lnTo>
                    <a:pt x="8016719" y="1330661"/>
                  </a:lnTo>
                  <a:lnTo>
                    <a:pt x="7992883" y="1373428"/>
                  </a:lnTo>
                  <a:lnTo>
                    <a:pt x="7967936" y="1415494"/>
                  </a:lnTo>
                  <a:lnTo>
                    <a:pt x="7941880" y="1456862"/>
                  </a:lnTo>
                  <a:lnTo>
                    <a:pt x="7914713" y="1497530"/>
                  </a:lnTo>
                  <a:lnTo>
                    <a:pt x="7886436" y="1537498"/>
                  </a:lnTo>
                  <a:lnTo>
                    <a:pt x="7857049" y="1576768"/>
                  </a:lnTo>
                  <a:lnTo>
                    <a:pt x="7826401" y="1615086"/>
                  </a:lnTo>
                  <a:lnTo>
                    <a:pt x="7794992" y="1652729"/>
                  </a:lnTo>
                  <a:lnTo>
                    <a:pt x="7762824" y="1689582"/>
                  </a:lnTo>
                  <a:lnTo>
                    <a:pt x="0" y="1689582"/>
                  </a:lnTo>
                  <a:lnTo>
                    <a:pt x="5960" y="1645937"/>
                  </a:lnTo>
                  <a:lnTo>
                    <a:pt x="15742" y="1593925"/>
                  </a:lnTo>
                  <a:lnTo>
                    <a:pt x="28145" y="1542338"/>
                  </a:lnTo>
                  <a:lnTo>
                    <a:pt x="43169" y="1491177"/>
                  </a:lnTo>
                  <a:lnTo>
                    <a:pt x="59236" y="1447040"/>
                  </a:lnTo>
                  <a:lnTo>
                    <a:pt x="78135" y="1404399"/>
                  </a:lnTo>
                  <a:lnTo>
                    <a:pt x="99866" y="1363253"/>
                  </a:lnTo>
                  <a:lnTo>
                    <a:pt x="124428" y="1323603"/>
                  </a:lnTo>
                  <a:lnTo>
                    <a:pt x="151821" y="1285448"/>
                  </a:lnTo>
                  <a:lnTo>
                    <a:pt x="185107" y="1242079"/>
                  </a:lnTo>
                  <a:lnTo>
                    <a:pt x="220317" y="1200607"/>
                  </a:lnTo>
                  <a:lnTo>
                    <a:pt x="257451" y="1161032"/>
                  </a:lnTo>
                  <a:lnTo>
                    <a:pt x="296508" y="1123355"/>
                  </a:lnTo>
                  <a:lnTo>
                    <a:pt x="337490" y="1087575"/>
                  </a:lnTo>
                  <a:lnTo>
                    <a:pt x="380395" y="1053693"/>
                  </a:lnTo>
                  <a:lnTo>
                    <a:pt x="423194" y="1023216"/>
                  </a:lnTo>
                  <a:lnTo>
                    <a:pt x="466948" y="994374"/>
                  </a:lnTo>
                  <a:lnTo>
                    <a:pt x="511657" y="967165"/>
                  </a:lnTo>
                  <a:lnTo>
                    <a:pt x="557319" y="941591"/>
                  </a:lnTo>
                  <a:lnTo>
                    <a:pt x="603937" y="917651"/>
                  </a:lnTo>
                  <a:lnTo>
                    <a:pt x="651508" y="895344"/>
                  </a:lnTo>
                  <a:lnTo>
                    <a:pt x="696653" y="876241"/>
                  </a:lnTo>
                  <a:lnTo>
                    <a:pt x="742226" y="858446"/>
                  </a:lnTo>
                  <a:lnTo>
                    <a:pt x="788226" y="841960"/>
                  </a:lnTo>
                  <a:lnTo>
                    <a:pt x="834654" y="826781"/>
                  </a:lnTo>
                  <a:lnTo>
                    <a:pt x="881509" y="812911"/>
                  </a:lnTo>
                  <a:lnTo>
                    <a:pt x="928792" y="800349"/>
                  </a:lnTo>
                  <a:lnTo>
                    <a:pt x="976503" y="789095"/>
                  </a:lnTo>
                  <a:lnTo>
                    <a:pt x="1023950" y="778987"/>
                  </a:lnTo>
                  <a:lnTo>
                    <a:pt x="1071574" y="770657"/>
                  </a:lnTo>
                  <a:lnTo>
                    <a:pt x="1119374" y="764107"/>
                  </a:lnTo>
                  <a:lnTo>
                    <a:pt x="1167352" y="759336"/>
                  </a:lnTo>
                  <a:lnTo>
                    <a:pt x="1215507" y="756344"/>
                  </a:lnTo>
                  <a:lnTo>
                    <a:pt x="1263839" y="755132"/>
                  </a:lnTo>
                  <a:lnTo>
                    <a:pt x="1312347" y="755699"/>
                  </a:lnTo>
                  <a:lnTo>
                    <a:pt x="1355500" y="757934"/>
                  </a:lnTo>
                  <a:lnTo>
                    <a:pt x="1398483" y="761741"/>
                  </a:lnTo>
                  <a:lnTo>
                    <a:pt x="1441299" y="767117"/>
                  </a:lnTo>
                  <a:lnTo>
                    <a:pt x="1483946" y="774064"/>
                  </a:lnTo>
                  <a:lnTo>
                    <a:pt x="1513867" y="777946"/>
                  </a:lnTo>
                  <a:lnTo>
                    <a:pt x="1573311" y="788045"/>
                  </a:lnTo>
                  <a:lnTo>
                    <a:pt x="1744869" y="838693"/>
                  </a:lnTo>
                  <a:lnTo>
                    <a:pt x="1786840" y="852713"/>
                  </a:lnTo>
                  <a:lnTo>
                    <a:pt x="1828201" y="868336"/>
                  </a:lnTo>
                  <a:lnTo>
                    <a:pt x="1946281" y="916950"/>
                  </a:lnTo>
                  <a:lnTo>
                    <a:pt x="2018636" y="947250"/>
                  </a:lnTo>
                  <a:lnTo>
                    <a:pt x="2175229" y="1011461"/>
                  </a:lnTo>
                  <a:lnTo>
                    <a:pt x="2214953" y="1027370"/>
                  </a:lnTo>
                  <a:lnTo>
                    <a:pt x="2290131" y="1056043"/>
                  </a:lnTo>
                  <a:lnTo>
                    <a:pt x="2365726" y="1083490"/>
                  </a:lnTo>
                  <a:lnTo>
                    <a:pt x="2502124" y="1125904"/>
                  </a:lnTo>
                  <a:lnTo>
                    <a:pt x="2546652" y="1138509"/>
                  </a:lnTo>
                  <a:lnTo>
                    <a:pt x="2591450" y="1150222"/>
                  </a:lnTo>
                  <a:lnTo>
                    <a:pt x="2636444" y="1161211"/>
                  </a:lnTo>
                  <a:lnTo>
                    <a:pt x="2742607" y="1185746"/>
                  </a:lnTo>
                  <a:lnTo>
                    <a:pt x="2955092" y="1233118"/>
                  </a:lnTo>
                  <a:lnTo>
                    <a:pt x="3002586" y="1242060"/>
                  </a:lnTo>
                  <a:lnTo>
                    <a:pt x="3050291" y="1249476"/>
                  </a:lnTo>
                  <a:lnTo>
                    <a:pt x="3098210" y="1255364"/>
                  </a:lnTo>
                  <a:lnTo>
                    <a:pt x="3146341" y="1259725"/>
                  </a:lnTo>
                  <a:lnTo>
                    <a:pt x="3190516" y="1262774"/>
                  </a:lnTo>
                  <a:lnTo>
                    <a:pt x="3234723" y="1264476"/>
                  </a:lnTo>
                  <a:lnTo>
                    <a:pt x="3278962" y="1264831"/>
                  </a:lnTo>
                  <a:lnTo>
                    <a:pt x="3323232" y="1263841"/>
                  </a:lnTo>
                  <a:lnTo>
                    <a:pt x="3379579" y="1260666"/>
                  </a:lnTo>
                  <a:lnTo>
                    <a:pt x="3435646" y="1255153"/>
                  </a:lnTo>
                  <a:lnTo>
                    <a:pt x="3491434" y="1247301"/>
                  </a:lnTo>
                  <a:lnTo>
                    <a:pt x="3546943" y="1237111"/>
                  </a:lnTo>
                  <a:lnTo>
                    <a:pt x="3598262" y="1225899"/>
                  </a:lnTo>
                  <a:lnTo>
                    <a:pt x="3649315" y="1213850"/>
                  </a:lnTo>
                  <a:lnTo>
                    <a:pt x="3700104" y="1200965"/>
                  </a:lnTo>
                  <a:lnTo>
                    <a:pt x="3750627" y="1187243"/>
                  </a:lnTo>
                  <a:lnTo>
                    <a:pt x="3800885" y="1172685"/>
                  </a:lnTo>
                  <a:lnTo>
                    <a:pt x="3850877" y="1157291"/>
                  </a:lnTo>
                  <a:lnTo>
                    <a:pt x="3900605" y="1141060"/>
                  </a:lnTo>
                  <a:lnTo>
                    <a:pt x="3950067" y="1123994"/>
                  </a:lnTo>
                  <a:lnTo>
                    <a:pt x="3999264" y="1106090"/>
                  </a:lnTo>
                  <a:lnTo>
                    <a:pt x="4048196" y="1087351"/>
                  </a:lnTo>
                  <a:lnTo>
                    <a:pt x="4096862" y="1067775"/>
                  </a:lnTo>
                  <a:lnTo>
                    <a:pt x="4190598" y="1028324"/>
                  </a:lnTo>
                  <a:lnTo>
                    <a:pt x="4372582" y="953902"/>
                  </a:lnTo>
                  <a:lnTo>
                    <a:pt x="4421453" y="933182"/>
                  </a:lnTo>
                  <a:lnTo>
                    <a:pt x="4470040" y="911813"/>
                  </a:lnTo>
                  <a:lnTo>
                    <a:pt x="4518312" y="889757"/>
                  </a:lnTo>
                  <a:lnTo>
                    <a:pt x="4566240" y="866974"/>
                  </a:lnTo>
                  <a:lnTo>
                    <a:pt x="4613795" y="843426"/>
                  </a:lnTo>
                  <a:lnTo>
                    <a:pt x="4660948" y="819074"/>
                  </a:lnTo>
                  <a:lnTo>
                    <a:pt x="5082133" y="600442"/>
                  </a:lnTo>
                  <a:lnTo>
                    <a:pt x="5229375" y="523384"/>
                  </a:lnTo>
                  <a:lnTo>
                    <a:pt x="5318347" y="478412"/>
                  </a:lnTo>
                  <a:lnTo>
                    <a:pt x="5407863" y="434512"/>
                  </a:lnTo>
                  <a:lnTo>
                    <a:pt x="5497924" y="391683"/>
                  </a:lnTo>
                  <a:lnTo>
                    <a:pt x="5588528" y="349926"/>
                  </a:lnTo>
                  <a:lnTo>
                    <a:pt x="5637028" y="328295"/>
                  </a:lnTo>
                  <a:lnTo>
                    <a:pt x="5685675" y="307053"/>
                  </a:lnTo>
                  <a:lnTo>
                    <a:pt x="5734492" y="286272"/>
                  </a:lnTo>
                  <a:lnTo>
                    <a:pt x="5783500" y="266021"/>
                  </a:lnTo>
                  <a:lnTo>
                    <a:pt x="5832723" y="246371"/>
                  </a:lnTo>
                  <a:lnTo>
                    <a:pt x="5929628" y="209456"/>
                  </a:lnTo>
                  <a:lnTo>
                    <a:pt x="5977359" y="192430"/>
                  </a:lnTo>
                  <a:lnTo>
                    <a:pt x="6025376" y="176312"/>
                  </a:lnTo>
                  <a:lnTo>
                    <a:pt x="6073679" y="161101"/>
                  </a:lnTo>
                  <a:lnTo>
                    <a:pt x="6122268" y="146799"/>
                  </a:lnTo>
                  <a:lnTo>
                    <a:pt x="6171142" y="133404"/>
                  </a:lnTo>
                  <a:lnTo>
                    <a:pt x="6220303" y="120917"/>
                  </a:lnTo>
                  <a:lnTo>
                    <a:pt x="6273896" y="109250"/>
                  </a:lnTo>
                  <a:lnTo>
                    <a:pt x="6327664" y="98559"/>
                  </a:lnTo>
                  <a:lnTo>
                    <a:pt x="6381608" y="88842"/>
                  </a:lnTo>
                  <a:lnTo>
                    <a:pt x="6435726" y="80101"/>
                  </a:lnTo>
                  <a:lnTo>
                    <a:pt x="6490019" y="72336"/>
                  </a:lnTo>
                  <a:lnTo>
                    <a:pt x="6754029" y="37902"/>
                  </a:lnTo>
                  <a:lnTo>
                    <a:pt x="6965358" y="11769"/>
                  </a:lnTo>
                  <a:lnTo>
                    <a:pt x="7016146" y="6297"/>
                  </a:lnTo>
                  <a:lnTo>
                    <a:pt x="7066975" y="2511"/>
                  </a:lnTo>
                  <a:lnTo>
                    <a:pt x="7117845" y="412"/>
                  </a:lnTo>
                  <a:lnTo>
                    <a:pt x="7168758" y="0"/>
                  </a:lnTo>
                  <a:lnTo>
                    <a:pt x="7219712" y="1273"/>
                  </a:lnTo>
                  <a:lnTo>
                    <a:pt x="7270707" y="4234"/>
                  </a:lnTo>
                  <a:lnTo>
                    <a:pt x="7318196" y="8539"/>
                  </a:lnTo>
                  <a:lnTo>
                    <a:pt x="7365291" y="14988"/>
                  </a:lnTo>
                  <a:lnTo>
                    <a:pt x="7411992" y="23580"/>
                  </a:lnTo>
                  <a:close/>
                </a:path>
              </a:pathLst>
            </a:custGeom>
            <a:solidFill>
              <a:srgbClr val="EB8F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38795" y="1345625"/>
              <a:ext cx="6810374" cy="64769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240"/>
              </a:spcBef>
            </a:pPr>
            <a:r>
              <a:rPr dirty="0" spc="495"/>
              <a:t>Approche</a:t>
            </a:r>
            <a:r>
              <a:rPr dirty="0" spc="650"/>
              <a:t> </a:t>
            </a:r>
            <a:r>
              <a:rPr dirty="0" spc="-1230"/>
              <a:t>1</a:t>
            </a:r>
            <a:r>
              <a:rPr dirty="0" spc="655"/>
              <a:t> </a:t>
            </a:r>
            <a:r>
              <a:rPr dirty="0" spc="-1155"/>
              <a:t>: </a:t>
            </a:r>
            <a:r>
              <a:rPr dirty="0" spc="560"/>
              <a:t>LLM</a:t>
            </a:r>
            <a:r>
              <a:rPr dirty="0" spc="660"/>
              <a:t> </a:t>
            </a:r>
            <a:r>
              <a:rPr dirty="0" spc="420"/>
              <a:t>(Mistral</a:t>
            </a:r>
            <a:r>
              <a:rPr dirty="0" spc="665"/>
              <a:t> </a:t>
            </a:r>
            <a:r>
              <a:rPr dirty="0" spc="-25"/>
              <a:t>AI)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0813" y="5741220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0813" y="6617520"/>
            <a:ext cx="114300" cy="1142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0813" y="7493820"/>
            <a:ext cx="114300" cy="1142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0813" y="8808270"/>
            <a:ext cx="114300" cy="1142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451620" y="4156293"/>
            <a:ext cx="7647305" cy="489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30">
                <a:solidFill>
                  <a:srgbClr val="CDB867"/>
                </a:solidFill>
                <a:latin typeface="Arial Black"/>
                <a:cs typeface="Arial Black"/>
              </a:rPr>
              <a:t>Classification</a:t>
            </a:r>
            <a:r>
              <a:rPr dirty="0" sz="5200" spc="-360">
                <a:solidFill>
                  <a:srgbClr val="CDB867"/>
                </a:solidFill>
                <a:latin typeface="Arial Black"/>
                <a:cs typeface="Arial Black"/>
              </a:rPr>
              <a:t> </a:t>
            </a:r>
            <a:r>
              <a:rPr dirty="0" sz="5200" spc="-450">
                <a:solidFill>
                  <a:srgbClr val="CDB867"/>
                </a:solidFill>
                <a:latin typeface="Arial Black"/>
                <a:cs typeface="Arial Black"/>
              </a:rPr>
              <a:t>avec</a:t>
            </a:r>
            <a:r>
              <a:rPr dirty="0" sz="5200" spc="-360">
                <a:solidFill>
                  <a:srgbClr val="CDB867"/>
                </a:solidFill>
                <a:latin typeface="Arial Black"/>
                <a:cs typeface="Arial Black"/>
              </a:rPr>
              <a:t> </a:t>
            </a:r>
            <a:r>
              <a:rPr dirty="0" sz="5200" spc="-415">
                <a:solidFill>
                  <a:srgbClr val="CDB867"/>
                </a:solidFill>
                <a:latin typeface="Arial Black"/>
                <a:cs typeface="Arial Black"/>
              </a:rPr>
              <a:t>LLM</a:t>
            </a:r>
            <a:endParaRPr sz="5200">
              <a:latin typeface="Arial Black"/>
              <a:cs typeface="Arial Black"/>
            </a:endParaRPr>
          </a:p>
          <a:p>
            <a:pPr marL="450850" marR="581660">
              <a:lnSpc>
                <a:spcPct val="229999"/>
              </a:lnSpc>
              <a:spcBef>
                <a:spcPts val="1090"/>
              </a:spcBef>
            </a:pPr>
            <a:r>
              <a:rPr dirty="0" sz="2500" spc="114">
                <a:latin typeface="Trebuchet MS"/>
                <a:cs typeface="Trebuchet MS"/>
              </a:rPr>
              <a:t>Modèle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utilisé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45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Mistral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(open-</a:t>
            </a:r>
            <a:r>
              <a:rPr dirty="0" sz="2500" spc="-10">
                <a:latin typeface="Trebuchet MS"/>
                <a:cs typeface="Trebuchet MS"/>
              </a:rPr>
              <a:t>mixtral-8x7b) </a:t>
            </a:r>
            <a:r>
              <a:rPr dirty="0" sz="2500">
                <a:latin typeface="Trebuchet MS"/>
                <a:cs typeface="Trebuchet MS"/>
              </a:rPr>
              <a:t>Stratégie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-260">
                <a:latin typeface="Trebuchet MS"/>
                <a:cs typeface="Trebuchet MS"/>
              </a:rPr>
              <a:t>: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105">
                <a:latin typeface="Trebuchet MS"/>
                <a:cs typeface="Trebuchet MS"/>
              </a:rPr>
              <a:t>3</a:t>
            </a:r>
            <a:r>
              <a:rPr dirty="0" sz="2500" spc="-4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variantes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de</a:t>
            </a:r>
            <a:r>
              <a:rPr dirty="0" sz="2500" spc="-45">
                <a:latin typeface="Trebuchet MS"/>
                <a:cs typeface="Trebuchet MS"/>
              </a:rPr>
              <a:t> </a:t>
            </a:r>
            <a:r>
              <a:rPr dirty="0" sz="2500" spc="105">
                <a:latin typeface="Trebuchet MS"/>
                <a:cs typeface="Trebuchet MS"/>
              </a:rPr>
              <a:t>prompts</a:t>
            </a:r>
            <a:r>
              <a:rPr dirty="0" sz="2500" spc="-50">
                <a:latin typeface="Trebuchet MS"/>
                <a:cs typeface="Trebuchet MS"/>
              </a:rPr>
              <a:t> </a:t>
            </a:r>
            <a:r>
              <a:rPr dirty="0" sz="2500" spc="-90">
                <a:latin typeface="Trebuchet MS"/>
                <a:cs typeface="Trebuchet MS"/>
              </a:rPr>
              <a:t>(v1,</a:t>
            </a:r>
            <a:r>
              <a:rPr dirty="0" sz="2500" spc="-45">
                <a:latin typeface="Trebuchet MS"/>
                <a:cs typeface="Trebuchet MS"/>
              </a:rPr>
              <a:t> </a:t>
            </a:r>
            <a:r>
              <a:rPr dirty="0" sz="2500" spc="-50">
                <a:latin typeface="Trebuchet MS"/>
                <a:cs typeface="Trebuchet MS"/>
              </a:rPr>
              <a:t>v2, </a:t>
            </a:r>
            <a:r>
              <a:rPr dirty="0" sz="2500" spc="-25">
                <a:latin typeface="Trebuchet MS"/>
                <a:cs typeface="Trebuchet MS"/>
              </a:rPr>
              <a:t>v3)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500">
              <a:latin typeface="Trebuchet MS"/>
              <a:cs typeface="Trebuchet MS"/>
            </a:endParaRPr>
          </a:p>
          <a:p>
            <a:pPr marL="450850" marR="1244600">
              <a:lnSpc>
                <a:spcPct val="114999"/>
              </a:lnSpc>
            </a:pPr>
            <a:r>
              <a:rPr dirty="0" sz="2500" spc="100">
                <a:latin typeface="Trebuchet MS"/>
                <a:cs typeface="Trebuchet MS"/>
              </a:rPr>
              <a:t>Chaque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95">
                <a:latin typeface="Trebuchet MS"/>
                <a:cs typeface="Trebuchet MS"/>
              </a:rPr>
              <a:t>prompt</a:t>
            </a:r>
            <a:r>
              <a:rPr dirty="0" sz="2500" spc="-90">
                <a:latin typeface="Trebuchet MS"/>
                <a:cs typeface="Trebuchet MS"/>
              </a:rPr>
              <a:t> </a:t>
            </a:r>
            <a:r>
              <a:rPr dirty="0" sz="2500" spc="110">
                <a:latin typeface="Trebuchet MS"/>
                <a:cs typeface="Trebuchet MS"/>
              </a:rPr>
              <a:t>demande</a:t>
            </a:r>
            <a:r>
              <a:rPr dirty="0" sz="2500" spc="-90">
                <a:latin typeface="Trebuchet MS"/>
                <a:cs typeface="Trebuchet MS"/>
              </a:rPr>
              <a:t> </a:t>
            </a:r>
            <a:r>
              <a:rPr dirty="0" sz="2500" spc="110">
                <a:latin typeface="Trebuchet MS"/>
                <a:cs typeface="Trebuchet MS"/>
              </a:rPr>
              <a:t>au</a:t>
            </a:r>
            <a:r>
              <a:rPr dirty="0" sz="2500" spc="-95">
                <a:latin typeface="Trebuchet MS"/>
                <a:cs typeface="Trebuchet MS"/>
              </a:rPr>
              <a:t> </a:t>
            </a:r>
            <a:r>
              <a:rPr dirty="0" sz="2500" spc="75">
                <a:latin typeface="Trebuchet MS"/>
                <a:cs typeface="Trebuchet MS"/>
              </a:rPr>
              <a:t>modèle</a:t>
            </a:r>
            <a:r>
              <a:rPr dirty="0" sz="2500" spc="-90">
                <a:latin typeface="Trebuchet MS"/>
                <a:cs typeface="Trebuchet MS"/>
              </a:rPr>
              <a:t> </a:t>
            </a:r>
            <a:r>
              <a:rPr dirty="0" sz="2500" spc="55">
                <a:latin typeface="Trebuchet MS"/>
                <a:cs typeface="Trebuchet MS"/>
              </a:rPr>
              <a:t>de </a:t>
            </a:r>
            <a:r>
              <a:rPr dirty="0" sz="2500">
                <a:latin typeface="Trebuchet MS"/>
                <a:cs typeface="Trebuchet MS"/>
              </a:rPr>
              <a:t>choisir</a:t>
            </a:r>
            <a:r>
              <a:rPr dirty="0" sz="2500" spc="50">
                <a:latin typeface="Trebuchet MS"/>
                <a:cs typeface="Trebuchet MS"/>
              </a:rPr>
              <a:t> </a:t>
            </a:r>
            <a:r>
              <a:rPr dirty="0" sz="2500" spc="110">
                <a:latin typeface="Trebuchet MS"/>
                <a:cs typeface="Trebuchet MS"/>
              </a:rPr>
              <a:t>une</a:t>
            </a:r>
            <a:r>
              <a:rPr dirty="0" sz="2500" spc="50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catégorie</a:t>
            </a:r>
            <a:r>
              <a:rPr dirty="0" sz="2500" spc="50">
                <a:latin typeface="Trebuchet MS"/>
                <a:cs typeface="Trebuchet MS"/>
              </a:rPr>
              <a:t> </a:t>
            </a:r>
            <a:r>
              <a:rPr dirty="0" sz="2500" spc="80">
                <a:latin typeface="Trebuchet MS"/>
                <a:cs typeface="Trebuchet MS"/>
              </a:rPr>
              <a:t>unique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500">
              <a:latin typeface="Trebuchet MS"/>
              <a:cs typeface="Trebuchet MS"/>
            </a:endParaRPr>
          </a:p>
          <a:p>
            <a:pPr marL="450850">
              <a:lnSpc>
                <a:spcPct val="100000"/>
              </a:lnSpc>
              <a:spcBef>
                <a:spcPts val="5"/>
              </a:spcBef>
            </a:pPr>
            <a:r>
              <a:rPr dirty="0" sz="2500" spc="55">
                <a:latin typeface="Trebuchet MS"/>
                <a:cs typeface="Trebuchet MS"/>
              </a:rPr>
              <a:t>Appel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60">
                <a:latin typeface="Trebuchet MS"/>
                <a:cs typeface="Trebuchet MS"/>
              </a:rPr>
              <a:t>API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via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>
                <a:latin typeface="Trebuchet MS"/>
                <a:cs typeface="Trebuchet MS"/>
              </a:rPr>
              <a:t>mistralai</a:t>
            </a:r>
            <a:r>
              <a:rPr dirty="0" sz="2500" spc="-60">
                <a:latin typeface="Trebuchet MS"/>
                <a:cs typeface="Trebuchet MS"/>
              </a:rPr>
              <a:t> </a:t>
            </a:r>
            <a:r>
              <a:rPr dirty="0" sz="2500" spc="75">
                <a:latin typeface="Trebuchet MS"/>
                <a:cs typeface="Trebuchet MS"/>
              </a:rPr>
              <a:t>Python</a:t>
            </a:r>
            <a:r>
              <a:rPr dirty="0" sz="2500" spc="-65">
                <a:latin typeface="Trebuchet MS"/>
                <a:cs typeface="Trebuchet MS"/>
              </a:rPr>
              <a:t> </a:t>
            </a:r>
            <a:r>
              <a:rPr dirty="0" sz="2500" spc="145">
                <a:latin typeface="Trebuchet MS"/>
                <a:cs typeface="Trebuchet MS"/>
              </a:rPr>
              <a:t>SDK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852642" y="2468472"/>
            <a:ext cx="4728845" cy="5323840"/>
          </a:xfrm>
          <a:custGeom>
            <a:avLst/>
            <a:gdLst/>
            <a:ahLst/>
            <a:cxnLst/>
            <a:rect l="l" t="t" r="r" b="b"/>
            <a:pathLst>
              <a:path w="4728844" h="5323840">
                <a:moveTo>
                  <a:pt x="4678054" y="2010176"/>
                </a:moveTo>
                <a:lnTo>
                  <a:pt x="4687714" y="2058712"/>
                </a:lnTo>
                <a:lnTo>
                  <a:pt x="4696382" y="2107430"/>
                </a:lnTo>
                <a:lnTo>
                  <a:pt x="4704063" y="2156302"/>
                </a:lnTo>
                <a:lnTo>
                  <a:pt x="4710762" y="2205299"/>
                </a:lnTo>
                <a:lnTo>
                  <a:pt x="4716487" y="2254392"/>
                </a:lnTo>
                <a:lnTo>
                  <a:pt x="4721433" y="2306173"/>
                </a:lnTo>
                <a:lnTo>
                  <a:pt x="4725161" y="2358185"/>
                </a:lnTo>
                <a:lnTo>
                  <a:pt x="4727536" y="2410335"/>
                </a:lnTo>
                <a:lnTo>
                  <a:pt x="4728423" y="2462528"/>
                </a:lnTo>
                <a:lnTo>
                  <a:pt x="4727688" y="2514671"/>
                </a:lnTo>
                <a:lnTo>
                  <a:pt x="4725196" y="2566669"/>
                </a:lnTo>
                <a:lnTo>
                  <a:pt x="4720811" y="2618429"/>
                </a:lnTo>
                <a:lnTo>
                  <a:pt x="4714400" y="2669857"/>
                </a:lnTo>
                <a:lnTo>
                  <a:pt x="4705827" y="2720857"/>
                </a:lnTo>
                <a:lnTo>
                  <a:pt x="4694958" y="2771337"/>
                </a:lnTo>
                <a:lnTo>
                  <a:pt x="4681657" y="2821203"/>
                </a:lnTo>
                <a:lnTo>
                  <a:pt x="4665790" y="2870359"/>
                </a:lnTo>
                <a:lnTo>
                  <a:pt x="4647223" y="2918713"/>
                </a:lnTo>
                <a:lnTo>
                  <a:pt x="4627232" y="2963363"/>
                </a:lnTo>
                <a:lnTo>
                  <a:pt x="4605051" y="3006595"/>
                </a:lnTo>
                <a:lnTo>
                  <a:pt x="4580770" y="3048414"/>
                </a:lnTo>
                <a:lnTo>
                  <a:pt x="4554479" y="3088827"/>
                </a:lnTo>
                <a:lnTo>
                  <a:pt x="4526267" y="3127839"/>
                </a:lnTo>
                <a:lnTo>
                  <a:pt x="4496223" y="3165454"/>
                </a:lnTo>
                <a:lnTo>
                  <a:pt x="4464438" y="3201679"/>
                </a:lnTo>
                <a:lnTo>
                  <a:pt x="4431001" y="3236519"/>
                </a:lnTo>
                <a:lnTo>
                  <a:pt x="4396001" y="3269979"/>
                </a:lnTo>
                <a:lnTo>
                  <a:pt x="4359529" y="3302064"/>
                </a:lnTo>
                <a:lnTo>
                  <a:pt x="4321674" y="3332780"/>
                </a:lnTo>
                <a:lnTo>
                  <a:pt x="4282525" y="3362133"/>
                </a:lnTo>
                <a:lnTo>
                  <a:pt x="4242172" y="3390128"/>
                </a:lnTo>
                <a:lnTo>
                  <a:pt x="4200705" y="3416769"/>
                </a:lnTo>
                <a:lnTo>
                  <a:pt x="4158214" y="3442063"/>
                </a:lnTo>
                <a:lnTo>
                  <a:pt x="4114787" y="3466016"/>
                </a:lnTo>
                <a:lnTo>
                  <a:pt x="4070515" y="3488631"/>
                </a:lnTo>
                <a:lnTo>
                  <a:pt x="4025488" y="3509916"/>
                </a:lnTo>
                <a:lnTo>
                  <a:pt x="3979794" y="3529874"/>
                </a:lnTo>
                <a:lnTo>
                  <a:pt x="3933525" y="3548512"/>
                </a:lnTo>
                <a:lnTo>
                  <a:pt x="3886768" y="3565835"/>
                </a:lnTo>
                <a:lnTo>
                  <a:pt x="3839614" y="3581849"/>
                </a:lnTo>
                <a:lnTo>
                  <a:pt x="3792153" y="3596558"/>
                </a:lnTo>
                <a:lnTo>
                  <a:pt x="3744473" y="3609968"/>
                </a:lnTo>
                <a:lnTo>
                  <a:pt x="3696666" y="3622085"/>
                </a:lnTo>
                <a:lnTo>
                  <a:pt x="3646750" y="3633486"/>
                </a:lnTo>
                <a:lnTo>
                  <a:pt x="3596681" y="3643837"/>
                </a:lnTo>
                <a:lnTo>
                  <a:pt x="3546468" y="3653209"/>
                </a:lnTo>
                <a:lnTo>
                  <a:pt x="3496121" y="3661673"/>
                </a:lnTo>
                <a:lnTo>
                  <a:pt x="3445651" y="3669303"/>
                </a:lnTo>
                <a:lnTo>
                  <a:pt x="3395068" y="3676169"/>
                </a:lnTo>
                <a:lnTo>
                  <a:pt x="3344381" y="3682343"/>
                </a:lnTo>
                <a:lnTo>
                  <a:pt x="3293601" y="3687896"/>
                </a:lnTo>
                <a:lnTo>
                  <a:pt x="3191803" y="3697429"/>
                </a:lnTo>
                <a:lnTo>
                  <a:pt x="3089754" y="3705341"/>
                </a:lnTo>
                <a:lnTo>
                  <a:pt x="2731776" y="3728545"/>
                </a:lnTo>
                <a:lnTo>
                  <a:pt x="2629601" y="3736258"/>
                </a:lnTo>
                <a:lnTo>
                  <a:pt x="2527620" y="3745503"/>
                </a:lnTo>
                <a:lnTo>
                  <a:pt x="2476728" y="3750880"/>
                </a:lnTo>
                <a:lnTo>
                  <a:pt x="2428252" y="3756774"/>
                </a:lnTo>
                <a:lnTo>
                  <a:pt x="2379535" y="3763979"/>
                </a:lnTo>
                <a:lnTo>
                  <a:pt x="2330996" y="3772902"/>
                </a:lnTo>
                <a:lnTo>
                  <a:pt x="2283057" y="3783954"/>
                </a:lnTo>
                <a:lnTo>
                  <a:pt x="2236135" y="3797543"/>
                </a:lnTo>
                <a:lnTo>
                  <a:pt x="2190652" y="3814078"/>
                </a:lnTo>
                <a:lnTo>
                  <a:pt x="2147027" y="3833968"/>
                </a:lnTo>
                <a:lnTo>
                  <a:pt x="2105680" y="3857621"/>
                </a:lnTo>
                <a:lnTo>
                  <a:pt x="2067030" y="3885448"/>
                </a:lnTo>
                <a:lnTo>
                  <a:pt x="2031498" y="3917856"/>
                </a:lnTo>
                <a:lnTo>
                  <a:pt x="2000682" y="3953470"/>
                </a:lnTo>
                <a:lnTo>
                  <a:pt x="1973993" y="3992124"/>
                </a:lnTo>
                <a:lnTo>
                  <a:pt x="1950937" y="4033237"/>
                </a:lnTo>
                <a:lnTo>
                  <a:pt x="1931019" y="4076224"/>
                </a:lnTo>
                <a:lnTo>
                  <a:pt x="1913746" y="4120504"/>
                </a:lnTo>
                <a:lnTo>
                  <a:pt x="1898623" y="4165491"/>
                </a:lnTo>
                <a:lnTo>
                  <a:pt x="1884134" y="4214369"/>
                </a:lnTo>
                <a:lnTo>
                  <a:pt x="1871083" y="4263639"/>
                </a:lnTo>
                <a:lnTo>
                  <a:pt x="1859203" y="4313227"/>
                </a:lnTo>
                <a:lnTo>
                  <a:pt x="1848226" y="4363059"/>
                </a:lnTo>
                <a:lnTo>
                  <a:pt x="1837884" y="4413060"/>
                </a:lnTo>
                <a:lnTo>
                  <a:pt x="1818035" y="4513276"/>
                </a:lnTo>
                <a:lnTo>
                  <a:pt x="1797513" y="4613282"/>
                </a:lnTo>
                <a:lnTo>
                  <a:pt x="1786330" y="4663021"/>
                </a:lnTo>
                <a:lnTo>
                  <a:pt x="1774176" y="4712486"/>
                </a:lnTo>
                <a:lnTo>
                  <a:pt x="1760783" y="4761603"/>
                </a:lnTo>
                <a:lnTo>
                  <a:pt x="1745882" y="4810297"/>
                </a:lnTo>
                <a:lnTo>
                  <a:pt x="1730226" y="4855200"/>
                </a:lnTo>
                <a:lnTo>
                  <a:pt x="1712488" y="4899720"/>
                </a:lnTo>
                <a:lnTo>
                  <a:pt x="1692653" y="4943562"/>
                </a:lnTo>
                <a:lnTo>
                  <a:pt x="1670707" y="4986431"/>
                </a:lnTo>
                <a:lnTo>
                  <a:pt x="1646637" y="5028033"/>
                </a:lnTo>
                <a:lnTo>
                  <a:pt x="1620428" y="5068073"/>
                </a:lnTo>
                <a:lnTo>
                  <a:pt x="1592067" y="5106258"/>
                </a:lnTo>
                <a:lnTo>
                  <a:pt x="1561539" y="5142291"/>
                </a:lnTo>
                <a:lnTo>
                  <a:pt x="1528831" y="5175880"/>
                </a:lnTo>
                <a:lnTo>
                  <a:pt x="1493929" y="5206729"/>
                </a:lnTo>
                <a:lnTo>
                  <a:pt x="1456818" y="5234543"/>
                </a:lnTo>
                <a:lnTo>
                  <a:pt x="1417485" y="5259029"/>
                </a:lnTo>
                <a:lnTo>
                  <a:pt x="1375915" y="5279892"/>
                </a:lnTo>
                <a:lnTo>
                  <a:pt x="1332096" y="5296837"/>
                </a:lnTo>
                <a:lnTo>
                  <a:pt x="1295115" y="5306682"/>
                </a:lnTo>
                <a:lnTo>
                  <a:pt x="1257749" y="5314291"/>
                </a:lnTo>
                <a:lnTo>
                  <a:pt x="1219995" y="5319664"/>
                </a:lnTo>
                <a:lnTo>
                  <a:pt x="1181856" y="5322801"/>
                </a:lnTo>
                <a:lnTo>
                  <a:pt x="1143598" y="5323688"/>
                </a:lnTo>
                <a:lnTo>
                  <a:pt x="1105489" y="5322311"/>
                </a:lnTo>
                <a:lnTo>
                  <a:pt x="1067530" y="5318670"/>
                </a:lnTo>
                <a:lnTo>
                  <a:pt x="1029720" y="5312765"/>
                </a:lnTo>
                <a:lnTo>
                  <a:pt x="981394" y="5303837"/>
                </a:lnTo>
                <a:lnTo>
                  <a:pt x="933748" y="5292530"/>
                </a:lnTo>
                <a:lnTo>
                  <a:pt x="886829" y="5278918"/>
                </a:lnTo>
                <a:lnTo>
                  <a:pt x="840683" y="5263078"/>
                </a:lnTo>
                <a:lnTo>
                  <a:pt x="795356" y="5245084"/>
                </a:lnTo>
                <a:lnTo>
                  <a:pt x="750895" y="5225014"/>
                </a:lnTo>
                <a:lnTo>
                  <a:pt x="707347" y="5202942"/>
                </a:lnTo>
                <a:lnTo>
                  <a:pt x="664757" y="5178945"/>
                </a:lnTo>
                <a:lnTo>
                  <a:pt x="623173" y="5153097"/>
                </a:lnTo>
                <a:lnTo>
                  <a:pt x="582641" y="5125476"/>
                </a:lnTo>
                <a:lnTo>
                  <a:pt x="543208" y="5096155"/>
                </a:lnTo>
                <a:lnTo>
                  <a:pt x="504919" y="5065213"/>
                </a:lnTo>
                <a:lnTo>
                  <a:pt x="467822" y="5032723"/>
                </a:lnTo>
                <a:lnTo>
                  <a:pt x="431962" y="4998762"/>
                </a:lnTo>
                <a:lnTo>
                  <a:pt x="397387" y="4963405"/>
                </a:lnTo>
                <a:lnTo>
                  <a:pt x="364143" y="4926729"/>
                </a:lnTo>
                <a:lnTo>
                  <a:pt x="332276" y="4888808"/>
                </a:lnTo>
                <a:lnTo>
                  <a:pt x="301832" y="4849719"/>
                </a:lnTo>
                <a:lnTo>
                  <a:pt x="272859" y="4809538"/>
                </a:lnTo>
                <a:lnTo>
                  <a:pt x="245403" y="4768339"/>
                </a:lnTo>
                <a:lnTo>
                  <a:pt x="219510" y="4726200"/>
                </a:lnTo>
                <a:lnTo>
                  <a:pt x="195226" y="4683195"/>
                </a:lnTo>
                <a:lnTo>
                  <a:pt x="172599" y="4639401"/>
                </a:lnTo>
                <a:lnTo>
                  <a:pt x="150868" y="4593287"/>
                </a:lnTo>
                <a:lnTo>
                  <a:pt x="130965" y="4546736"/>
                </a:lnTo>
                <a:lnTo>
                  <a:pt x="112814" y="4499773"/>
                </a:lnTo>
                <a:lnTo>
                  <a:pt x="96341" y="4452421"/>
                </a:lnTo>
                <a:lnTo>
                  <a:pt x="81471" y="4404702"/>
                </a:lnTo>
                <a:lnTo>
                  <a:pt x="68130" y="4356641"/>
                </a:lnTo>
                <a:lnTo>
                  <a:pt x="56242" y="4308261"/>
                </a:lnTo>
                <a:lnTo>
                  <a:pt x="45733" y="4259585"/>
                </a:lnTo>
                <a:lnTo>
                  <a:pt x="36528" y="4210636"/>
                </a:lnTo>
                <a:lnTo>
                  <a:pt x="28553" y="4161438"/>
                </a:lnTo>
                <a:lnTo>
                  <a:pt x="21733" y="4112014"/>
                </a:lnTo>
                <a:lnTo>
                  <a:pt x="15993" y="4062388"/>
                </a:lnTo>
                <a:lnTo>
                  <a:pt x="11258" y="4012583"/>
                </a:lnTo>
                <a:lnTo>
                  <a:pt x="7455" y="3962622"/>
                </a:lnTo>
                <a:lnTo>
                  <a:pt x="4508" y="3912528"/>
                </a:lnTo>
                <a:lnTo>
                  <a:pt x="2342" y="3862326"/>
                </a:lnTo>
                <a:lnTo>
                  <a:pt x="883" y="3812038"/>
                </a:lnTo>
                <a:lnTo>
                  <a:pt x="56" y="3761688"/>
                </a:lnTo>
                <a:lnTo>
                  <a:pt x="0" y="3660895"/>
                </a:lnTo>
                <a:lnTo>
                  <a:pt x="1237" y="3610242"/>
                </a:lnTo>
                <a:lnTo>
                  <a:pt x="4721" y="3560785"/>
                </a:lnTo>
                <a:lnTo>
                  <a:pt x="10241" y="3512325"/>
                </a:lnTo>
                <a:lnTo>
                  <a:pt x="17587" y="3464661"/>
                </a:lnTo>
                <a:lnTo>
                  <a:pt x="26548" y="3417595"/>
                </a:lnTo>
                <a:lnTo>
                  <a:pt x="36915" y="3370926"/>
                </a:lnTo>
                <a:lnTo>
                  <a:pt x="48476" y="3324454"/>
                </a:lnTo>
                <a:lnTo>
                  <a:pt x="61023" y="3277981"/>
                </a:lnTo>
                <a:lnTo>
                  <a:pt x="74344" y="3231305"/>
                </a:lnTo>
                <a:lnTo>
                  <a:pt x="116853" y="3088071"/>
                </a:lnTo>
                <a:lnTo>
                  <a:pt x="130407" y="3040306"/>
                </a:lnTo>
                <a:lnTo>
                  <a:pt x="142898" y="2992341"/>
                </a:lnTo>
                <a:lnTo>
                  <a:pt x="154393" y="2944189"/>
                </a:lnTo>
                <a:lnTo>
                  <a:pt x="164956" y="2895864"/>
                </a:lnTo>
                <a:lnTo>
                  <a:pt x="174653" y="2847380"/>
                </a:lnTo>
                <a:lnTo>
                  <a:pt x="183549" y="2798749"/>
                </a:lnTo>
                <a:lnTo>
                  <a:pt x="191709" y="2749987"/>
                </a:lnTo>
                <a:lnTo>
                  <a:pt x="199198" y="2701105"/>
                </a:lnTo>
                <a:lnTo>
                  <a:pt x="206082" y="2652119"/>
                </a:lnTo>
                <a:lnTo>
                  <a:pt x="218293" y="2553885"/>
                </a:lnTo>
                <a:lnTo>
                  <a:pt x="228864" y="2455393"/>
                </a:lnTo>
                <a:lnTo>
                  <a:pt x="238317" y="2356753"/>
                </a:lnTo>
                <a:lnTo>
                  <a:pt x="259385" y="2112904"/>
                </a:lnTo>
                <a:lnTo>
                  <a:pt x="273401" y="1965126"/>
                </a:lnTo>
                <a:lnTo>
                  <a:pt x="284455" y="1866581"/>
                </a:lnTo>
                <a:lnTo>
                  <a:pt x="290699" y="1817406"/>
                </a:lnTo>
                <a:lnTo>
                  <a:pt x="297513" y="1768342"/>
                </a:lnTo>
                <a:lnTo>
                  <a:pt x="304964" y="1719426"/>
                </a:lnTo>
                <a:lnTo>
                  <a:pt x="313121" y="1670691"/>
                </a:lnTo>
                <a:lnTo>
                  <a:pt x="322052" y="1622173"/>
                </a:lnTo>
                <a:lnTo>
                  <a:pt x="331825" y="1573908"/>
                </a:lnTo>
                <a:lnTo>
                  <a:pt x="342509" y="1525930"/>
                </a:lnTo>
                <a:lnTo>
                  <a:pt x="354171" y="1478275"/>
                </a:lnTo>
                <a:lnTo>
                  <a:pt x="366879" y="1430977"/>
                </a:lnTo>
                <a:lnTo>
                  <a:pt x="380703" y="1384071"/>
                </a:lnTo>
                <a:lnTo>
                  <a:pt x="395710" y="1337594"/>
                </a:lnTo>
                <a:lnTo>
                  <a:pt x="411968" y="1291579"/>
                </a:lnTo>
                <a:lnTo>
                  <a:pt x="429545" y="1246063"/>
                </a:lnTo>
                <a:lnTo>
                  <a:pt x="448510" y="1201079"/>
                </a:lnTo>
                <a:lnTo>
                  <a:pt x="468932" y="1156664"/>
                </a:lnTo>
                <a:lnTo>
                  <a:pt x="490877" y="1112852"/>
                </a:lnTo>
                <a:lnTo>
                  <a:pt x="514415" y="1069679"/>
                </a:lnTo>
                <a:lnTo>
                  <a:pt x="539613" y="1027179"/>
                </a:lnTo>
                <a:lnTo>
                  <a:pt x="566540" y="985389"/>
                </a:lnTo>
                <a:lnTo>
                  <a:pt x="595264" y="944342"/>
                </a:lnTo>
                <a:lnTo>
                  <a:pt x="626665" y="903081"/>
                </a:lnTo>
                <a:lnTo>
                  <a:pt x="659584" y="863101"/>
                </a:lnTo>
                <a:lnTo>
                  <a:pt x="693876" y="824300"/>
                </a:lnTo>
                <a:lnTo>
                  <a:pt x="729397" y="786579"/>
                </a:lnTo>
                <a:lnTo>
                  <a:pt x="766001" y="749837"/>
                </a:lnTo>
                <a:lnTo>
                  <a:pt x="803543" y="713975"/>
                </a:lnTo>
                <a:lnTo>
                  <a:pt x="841877" y="678892"/>
                </a:lnTo>
                <a:lnTo>
                  <a:pt x="880859" y="644488"/>
                </a:lnTo>
                <a:lnTo>
                  <a:pt x="920343" y="610663"/>
                </a:lnTo>
                <a:lnTo>
                  <a:pt x="998216" y="546054"/>
                </a:lnTo>
                <a:lnTo>
                  <a:pt x="1075183" y="484451"/>
                </a:lnTo>
                <a:lnTo>
                  <a:pt x="1114155" y="454224"/>
                </a:lnTo>
                <a:lnTo>
                  <a:pt x="1153479" y="424456"/>
                </a:lnTo>
                <a:lnTo>
                  <a:pt x="1193174" y="395205"/>
                </a:lnTo>
                <a:lnTo>
                  <a:pt x="1233257" y="366528"/>
                </a:lnTo>
                <a:lnTo>
                  <a:pt x="1273749" y="338482"/>
                </a:lnTo>
                <a:lnTo>
                  <a:pt x="1314668" y="311123"/>
                </a:lnTo>
                <a:lnTo>
                  <a:pt x="1356032" y="284510"/>
                </a:lnTo>
                <a:lnTo>
                  <a:pt x="1397862" y="258699"/>
                </a:lnTo>
                <a:lnTo>
                  <a:pt x="1440175" y="233748"/>
                </a:lnTo>
                <a:lnTo>
                  <a:pt x="1482991" y="209713"/>
                </a:lnTo>
                <a:lnTo>
                  <a:pt x="1526328" y="186652"/>
                </a:lnTo>
                <a:lnTo>
                  <a:pt x="1570206" y="164622"/>
                </a:lnTo>
                <a:lnTo>
                  <a:pt x="1614643" y="143681"/>
                </a:lnTo>
                <a:lnTo>
                  <a:pt x="1659658" y="123884"/>
                </a:lnTo>
                <a:lnTo>
                  <a:pt x="1705290" y="105307"/>
                </a:lnTo>
                <a:lnTo>
                  <a:pt x="1751523" y="88028"/>
                </a:lnTo>
                <a:lnTo>
                  <a:pt x="1798300" y="72107"/>
                </a:lnTo>
                <a:lnTo>
                  <a:pt x="1845561" y="57606"/>
                </a:lnTo>
                <a:lnTo>
                  <a:pt x="1893247" y="44584"/>
                </a:lnTo>
                <a:lnTo>
                  <a:pt x="1941299" y="33104"/>
                </a:lnTo>
                <a:lnTo>
                  <a:pt x="1989658" y="23225"/>
                </a:lnTo>
                <a:lnTo>
                  <a:pt x="2038264" y="15010"/>
                </a:lnTo>
                <a:lnTo>
                  <a:pt x="2087059" y="8519"/>
                </a:lnTo>
                <a:lnTo>
                  <a:pt x="2135984" y="3813"/>
                </a:lnTo>
                <a:lnTo>
                  <a:pt x="2184979" y="953"/>
                </a:lnTo>
                <a:lnTo>
                  <a:pt x="2233985" y="0"/>
                </a:lnTo>
                <a:lnTo>
                  <a:pt x="2282944" y="1014"/>
                </a:lnTo>
                <a:lnTo>
                  <a:pt x="2331797" y="4058"/>
                </a:lnTo>
                <a:lnTo>
                  <a:pt x="2380483" y="9191"/>
                </a:lnTo>
                <a:lnTo>
                  <a:pt x="2428945" y="16475"/>
                </a:lnTo>
                <a:lnTo>
                  <a:pt x="2477123" y="25971"/>
                </a:lnTo>
                <a:lnTo>
                  <a:pt x="2527677" y="39516"/>
                </a:lnTo>
                <a:lnTo>
                  <a:pt x="2577758" y="54343"/>
                </a:lnTo>
                <a:lnTo>
                  <a:pt x="2627367" y="70452"/>
                </a:lnTo>
                <a:lnTo>
                  <a:pt x="2676502" y="87844"/>
                </a:lnTo>
                <a:lnTo>
                  <a:pt x="2725165" y="106519"/>
                </a:lnTo>
                <a:lnTo>
                  <a:pt x="2773355" y="126476"/>
                </a:lnTo>
                <a:lnTo>
                  <a:pt x="2821071" y="147715"/>
                </a:lnTo>
                <a:lnTo>
                  <a:pt x="2868315" y="170237"/>
                </a:lnTo>
                <a:lnTo>
                  <a:pt x="3005537" y="233374"/>
                </a:lnTo>
                <a:lnTo>
                  <a:pt x="3096858" y="276811"/>
                </a:lnTo>
                <a:lnTo>
                  <a:pt x="3187794" y="321494"/>
                </a:lnTo>
                <a:lnTo>
                  <a:pt x="3278126" y="367569"/>
                </a:lnTo>
                <a:lnTo>
                  <a:pt x="3367632" y="415183"/>
                </a:lnTo>
                <a:lnTo>
                  <a:pt x="3412008" y="439613"/>
                </a:lnTo>
                <a:lnTo>
                  <a:pt x="3456094" y="464481"/>
                </a:lnTo>
                <a:lnTo>
                  <a:pt x="3499865" y="489808"/>
                </a:lnTo>
                <a:lnTo>
                  <a:pt x="3543292" y="515610"/>
                </a:lnTo>
                <a:lnTo>
                  <a:pt x="3586348" y="541906"/>
                </a:lnTo>
                <a:lnTo>
                  <a:pt x="3629005" y="568714"/>
                </a:lnTo>
                <a:lnTo>
                  <a:pt x="3671236" y="596053"/>
                </a:lnTo>
                <a:lnTo>
                  <a:pt x="3713013" y="623941"/>
                </a:lnTo>
                <a:lnTo>
                  <a:pt x="3754310" y="652396"/>
                </a:lnTo>
                <a:lnTo>
                  <a:pt x="3795098" y="681436"/>
                </a:lnTo>
                <a:lnTo>
                  <a:pt x="3835349" y="711080"/>
                </a:lnTo>
                <a:lnTo>
                  <a:pt x="3875037" y="741345"/>
                </a:lnTo>
                <a:lnTo>
                  <a:pt x="3914135" y="772250"/>
                </a:lnTo>
                <a:lnTo>
                  <a:pt x="3952613" y="803814"/>
                </a:lnTo>
                <a:lnTo>
                  <a:pt x="3990446" y="836054"/>
                </a:lnTo>
                <a:lnTo>
                  <a:pt x="4027605" y="868989"/>
                </a:lnTo>
                <a:lnTo>
                  <a:pt x="4064063" y="902637"/>
                </a:lnTo>
                <a:lnTo>
                  <a:pt x="4099793" y="937016"/>
                </a:lnTo>
                <a:lnTo>
                  <a:pt x="4134766" y="972145"/>
                </a:lnTo>
                <a:lnTo>
                  <a:pt x="4168956" y="1008041"/>
                </a:lnTo>
                <a:lnTo>
                  <a:pt x="4202336" y="1044723"/>
                </a:lnTo>
                <a:lnTo>
                  <a:pt x="4234876" y="1082209"/>
                </a:lnTo>
                <a:lnTo>
                  <a:pt x="4266551" y="1120518"/>
                </a:lnTo>
                <a:lnTo>
                  <a:pt x="4297332" y="1159668"/>
                </a:lnTo>
                <a:lnTo>
                  <a:pt x="4327193" y="1199676"/>
                </a:lnTo>
                <a:lnTo>
                  <a:pt x="4356105" y="1240562"/>
                </a:lnTo>
                <a:lnTo>
                  <a:pt x="4383561" y="1281640"/>
                </a:lnTo>
                <a:lnTo>
                  <a:pt x="4409922" y="1323385"/>
                </a:lnTo>
                <a:lnTo>
                  <a:pt x="4435194" y="1365768"/>
                </a:lnTo>
                <a:lnTo>
                  <a:pt x="4459384" y="1408761"/>
                </a:lnTo>
                <a:lnTo>
                  <a:pt x="4482498" y="1452334"/>
                </a:lnTo>
                <a:lnTo>
                  <a:pt x="4504540" y="1496461"/>
                </a:lnTo>
                <a:lnTo>
                  <a:pt x="4525518" y="1541111"/>
                </a:lnTo>
                <a:lnTo>
                  <a:pt x="4545437" y="1586257"/>
                </a:lnTo>
                <a:lnTo>
                  <a:pt x="4564304" y="1631871"/>
                </a:lnTo>
                <a:lnTo>
                  <a:pt x="4582124" y="1677923"/>
                </a:lnTo>
                <a:lnTo>
                  <a:pt x="4598902" y="1724385"/>
                </a:lnTo>
                <a:lnTo>
                  <a:pt x="4614646" y="1771229"/>
                </a:lnTo>
                <a:lnTo>
                  <a:pt x="4629362" y="1818426"/>
                </a:lnTo>
                <a:lnTo>
                  <a:pt x="4643054" y="1865948"/>
                </a:lnTo>
                <a:lnTo>
                  <a:pt x="4655729" y="1913766"/>
                </a:lnTo>
                <a:lnTo>
                  <a:pt x="4667394" y="1961852"/>
                </a:lnTo>
                <a:lnTo>
                  <a:pt x="4678054" y="2010176"/>
                </a:lnTo>
                <a:close/>
              </a:path>
            </a:pathLst>
          </a:custGeom>
          <a:solidFill>
            <a:srgbClr val="D98F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935540" y="3798834"/>
            <a:ext cx="9352915" cy="6488430"/>
            <a:chOff x="8935540" y="3798834"/>
            <a:chExt cx="9352915" cy="6488430"/>
          </a:xfrm>
        </p:grpSpPr>
        <p:sp>
          <p:nvSpPr>
            <p:cNvPr id="5" name="object 5" descr=""/>
            <p:cNvSpPr/>
            <p:nvPr/>
          </p:nvSpPr>
          <p:spPr>
            <a:xfrm>
              <a:off x="12348199" y="3798834"/>
              <a:ext cx="5940425" cy="6488430"/>
            </a:xfrm>
            <a:custGeom>
              <a:avLst/>
              <a:gdLst/>
              <a:ahLst/>
              <a:cxnLst/>
              <a:rect l="l" t="t" r="r" b="b"/>
              <a:pathLst>
                <a:path w="5940425" h="6488430">
                  <a:moveTo>
                    <a:pt x="5613329" y="177029"/>
                  </a:moveTo>
                  <a:lnTo>
                    <a:pt x="5622730" y="171442"/>
                  </a:lnTo>
                  <a:lnTo>
                    <a:pt x="5632542" y="166495"/>
                  </a:lnTo>
                  <a:lnTo>
                    <a:pt x="5666024" y="148755"/>
                  </a:lnTo>
                  <a:lnTo>
                    <a:pt x="5698470" y="129292"/>
                  </a:lnTo>
                  <a:lnTo>
                    <a:pt x="5730584" y="109238"/>
                  </a:lnTo>
                  <a:lnTo>
                    <a:pt x="5763070" y="89726"/>
                  </a:lnTo>
                  <a:lnTo>
                    <a:pt x="5806292" y="65163"/>
                  </a:lnTo>
                  <a:lnTo>
                    <a:pt x="5850109" y="42040"/>
                  </a:lnTo>
                  <a:lnTo>
                    <a:pt x="5894519" y="20357"/>
                  </a:lnTo>
                  <a:lnTo>
                    <a:pt x="5939799" y="0"/>
                  </a:lnTo>
                  <a:lnTo>
                    <a:pt x="5939799" y="6488165"/>
                  </a:lnTo>
                  <a:lnTo>
                    <a:pt x="1419315" y="6488165"/>
                  </a:lnTo>
                  <a:lnTo>
                    <a:pt x="1413998" y="6474869"/>
                  </a:lnTo>
                  <a:lnTo>
                    <a:pt x="1394327" y="6426118"/>
                  </a:lnTo>
                  <a:lnTo>
                    <a:pt x="1364436" y="6356849"/>
                  </a:lnTo>
                  <a:lnTo>
                    <a:pt x="1332976" y="6288966"/>
                  </a:lnTo>
                  <a:lnTo>
                    <a:pt x="1311281" y="6244381"/>
                  </a:lnTo>
                  <a:lnTo>
                    <a:pt x="1288431" y="6200478"/>
                  </a:lnTo>
                  <a:lnTo>
                    <a:pt x="1264427" y="6157258"/>
                  </a:lnTo>
                  <a:lnTo>
                    <a:pt x="1239269" y="6114720"/>
                  </a:lnTo>
                  <a:lnTo>
                    <a:pt x="1212957" y="6072865"/>
                  </a:lnTo>
                  <a:lnTo>
                    <a:pt x="1185491" y="6031693"/>
                  </a:lnTo>
                  <a:lnTo>
                    <a:pt x="1156872" y="5991203"/>
                  </a:lnTo>
                  <a:lnTo>
                    <a:pt x="1126012" y="5947203"/>
                  </a:lnTo>
                  <a:lnTo>
                    <a:pt x="1095733" y="5902782"/>
                  </a:lnTo>
                  <a:lnTo>
                    <a:pt x="1064493" y="5859074"/>
                  </a:lnTo>
                  <a:lnTo>
                    <a:pt x="1030749" y="5817210"/>
                  </a:lnTo>
                  <a:lnTo>
                    <a:pt x="1023524" y="5805961"/>
                  </a:lnTo>
                  <a:lnTo>
                    <a:pt x="1019076" y="5800999"/>
                  </a:lnTo>
                  <a:lnTo>
                    <a:pt x="989215" y="5758745"/>
                  </a:lnTo>
                  <a:lnTo>
                    <a:pt x="958410" y="5717193"/>
                  </a:lnTo>
                  <a:lnTo>
                    <a:pt x="926945" y="5676159"/>
                  </a:lnTo>
                  <a:lnTo>
                    <a:pt x="895104" y="5635461"/>
                  </a:lnTo>
                  <a:lnTo>
                    <a:pt x="873788" y="5607874"/>
                  </a:lnTo>
                  <a:lnTo>
                    <a:pt x="852970" y="5579920"/>
                  </a:lnTo>
                  <a:lnTo>
                    <a:pt x="832252" y="5551901"/>
                  </a:lnTo>
                  <a:lnTo>
                    <a:pt x="811237" y="5524120"/>
                  </a:lnTo>
                  <a:lnTo>
                    <a:pt x="789592" y="5496327"/>
                  </a:lnTo>
                  <a:lnTo>
                    <a:pt x="745168" y="5439860"/>
                  </a:lnTo>
                  <a:lnTo>
                    <a:pt x="723035" y="5411529"/>
                  </a:lnTo>
                  <a:lnTo>
                    <a:pt x="707856" y="5391772"/>
                  </a:lnTo>
                  <a:lnTo>
                    <a:pt x="692955" y="5371859"/>
                  </a:lnTo>
                  <a:lnTo>
                    <a:pt x="678009" y="5352024"/>
                  </a:lnTo>
                  <a:lnTo>
                    <a:pt x="662693" y="5332496"/>
                  </a:lnTo>
                  <a:lnTo>
                    <a:pt x="637714" y="5300219"/>
                  </a:lnTo>
                  <a:lnTo>
                    <a:pt x="613653" y="5267234"/>
                  </a:lnTo>
                  <a:lnTo>
                    <a:pt x="589771" y="5234087"/>
                  </a:lnTo>
                  <a:lnTo>
                    <a:pt x="565331" y="5201322"/>
                  </a:lnTo>
                  <a:lnTo>
                    <a:pt x="536375" y="5161607"/>
                  </a:lnTo>
                  <a:lnTo>
                    <a:pt x="507892" y="5121579"/>
                  </a:lnTo>
                  <a:lnTo>
                    <a:pt x="479881" y="5081240"/>
                  </a:lnTo>
                  <a:lnTo>
                    <a:pt x="452343" y="5040588"/>
                  </a:lnTo>
                  <a:lnTo>
                    <a:pt x="425277" y="4999624"/>
                  </a:lnTo>
                  <a:lnTo>
                    <a:pt x="398684" y="4958348"/>
                  </a:lnTo>
                  <a:lnTo>
                    <a:pt x="372563" y="4916759"/>
                  </a:lnTo>
                  <a:lnTo>
                    <a:pt x="346915" y="4874858"/>
                  </a:lnTo>
                  <a:lnTo>
                    <a:pt x="321740" y="4832645"/>
                  </a:lnTo>
                  <a:lnTo>
                    <a:pt x="297462" y="4791488"/>
                  </a:lnTo>
                  <a:lnTo>
                    <a:pt x="274440" y="4749524"/>
                  </a:lnTo>
                  <a:lnTo>
                    <a:pt x="251987" y="4707195"/>
                  </a:lnTo>
                  <a:lnTo>
                    <a:pt x="229417" y="4664941"/>
                  </a:lnTo>
                  <a:lnTo>
                    <a:pt x="215697" y="4639553"/>
                  </a:lnTo>
                  <a:lnTo>
                    <a:pt x="202133" y="4614113"/>
                  </a:lnTo>
                  <a:lnTo>
                    <a:pt x="175116" y="4563112"/>
                  </a:lnTo>
                  <a:lnTo>
                    <a:pt x="151267" y="4518428"/>
                  </a:lnTo>
                  <a:lnTo>
                    <a:pt x="128692" y="4473193"/>
                  </a:lnTo>
                  <a:lnTo>
                    <a:pt x="107389" y="4427408"/>
                  </a:lnTo>
                  <a:lnTo>
                    <a:pt x="87359" y="4381073"/>
                  </a:lnTo>
                  <a:lnTo>
                    <a:pt x="68601" y="4334187"/>
                  </a:lnTo>
                  <a:lnTo>
                    <a:pt x="51116" y="4286752"/>
                  </a:lnTo>
                  <a:lnTo>
                    <a:pt x="34904" y="4238766"/>
                  </a:lnTo>
                  <a:lnTo>
                    <a:pt x="22371" y="4191642"/>
                  </a:lnTo>
                  <a:lnTo>
                    <a:pt x="4339040" y="1419271"/>
                  </a:lnTo>
                  <a:lnTo>
                    <a:pt x="4364879" y="1402360"/>
                  </a:lnTo>
                  <a:lnTo>
                    <a:pt x="4418073" y="1362648"/>
                  </a:lnTo>
                  <a:lnTo>
                    <a:pt x="4418203" y="1362564"/>
                  </a:lnTo>
                  <a:lnTo>
                    <a:pt x="4445626" y="1341314"/>
                  </a:lnTo>
                  <a:lnTo>
                    <a:pt x="4509658" y="1288801"/>
                  </a:lnTo>
                  <a:lnTo>
                    <a:pt x="4546244" y="1256383"/>
                  </a:lnTo>
                  <a:lnTo>
                    <a:pt x="4581851" y="1223018"/>
                  </a:lnTo>
                  <a:lnTo>
                    <a:pt x="4616555" y="1188793"/>
                  </a:lnTo>
                  <a:lnTo>
                    <a:pt x="4650435" y="1153793"/>
                  </a:lnTo>
                  <a:lnTo>
                    <a:pt x="4683572" y="1118105"/>
                  </a:lnTo>
                  <a:lnTo>
                    <a:pt x="4716043" y="1081814"/>
                  </a:lnTo>
                  <a:lnTo>
                    <a:pt x="4747928" y="1045007"/>
                  </a:lnTo>
                  <a:lnTo>
                    <a:pt x="4779304" y="1007769"/>
                  </a:lnTo>
                  <a:lnTo>
                    <a:pt x="4840850" y="932346"/>
                  </a:lnTo>
                  <a:lnTo>
                    <a:pt x="4871177" y="894332"/>
                  </a:lnTo>
                  <a:lnTo>
                    <a:pt x="4959788" y="781523"/>
                  </a:lnTo>
                  <a:lnTo>
                    <a:pt x="4989827" y="744481"/>
                  </a:lnTo>
                  <a:lnTo>
                    <a:pt x="5021970" y="706008"/>
                  </a:lnTo>
                  <a:lnTo>
                    <a:pt x="5054776" y="668152"/>
                  </a:lnTo>
                  <a:lnTo>
                    <a:pt x="5088244" y="630914"/>
                  </a:lnTo>
                  <a:lnTo>
                    <a:pt x="5122375" y="594293"/>
                  </a:lnTo>
                  <a:lnTo>
                    <a:pt x="5157168" y="558289"/>
                  </a:lnTo>
                  <a:lnTo>
                    <a:pt x="5192623" y="522903"/>
                  </a:lnTo>
                  <a:lnTo>
                    <a:pt x="5228741" y="488133"/>
                  </a:lnTo>
                  <a:lnTo>
                    <a:pt x="5263477" y="455376"/>
                  </a:lnTo>
                  <a:lnTo>
                    <a:pt x="5298796" y="423298"/>
                  </a:lnTo>
                  <a:lnTo>
                    <a:pt x="5334571" y="391762"/>
                  </a:lnTo>
                  <a:lnTo>
                    <a:pt x="5406993" y="329765"/>
                  </a:lnTo>
                  <a:lnTo>
                    <a:pt x="5458339" y="289443"/>
                  </a:lnTo>
                  <a:lnTo>
                    <a:pt x="5511778" y="250613"/>
                  </a:lnTo>
                  <a:lnTo>
                    <a:pt x="5554456" y="221438"/>
                  </a:lnTo>
                  <a:lnTo>
                    <a:pt x="5575596" y="206504"/>
                  </a:lnTo>
                  <a:lnTo>
                    <a:pt x="5604338" y="183254"/>
                  </a:lnTo>
                  <a:lnTo>
                    <a:pt x="5613329" y="177029"/>
                  </a:lnTo>
                  <a:close/>
                </a:path>
                <a:path w="5940425" h="6488430">
                  <a:moveTo>
                    <a:pt x="1278873" y="2249351"/>
                  </a:moveTo>
                  <a:lnTo>
                    <a:pt x="1318008" y="2224217"/>
                  </a:lnTo>
                  <a:lnTo>
                    <a:pt x="1349594" y="2204687"/>
                  </a:lnTo>
                  <a:lnTo>
                    <a:pt x="1395196" y="2177669"/>
                  </a:lnTo>
                  <a:lnTo>
                    <a:pt x="1394773" y="2177941"/>
                  </a:lnTo>
                  <a:lnTo>
                    <a:pt x="1436128" y="2153873"/>
                  </a:lnTo>
                  <a:lnTo>
                    <a:pt x="1523391" y="2104446"/>
                  </a:lnTo>
                  <a:lnTo>
                    <a:pt x="1696598" y="2009821"/>
                  </a:lnTo>
                  <a:lnTo>
                    <a:pt x="1751400" y="1981655"/>
                  </a:lnTo>
                  <a:lnTo>
                    <a:pt x="1929120" y="1895418"/>
                  </a:lnTo>
                  <a:lnTo>
                    <a:pt x="1976944" y="1874397"/>
                  </a:lnTo>
                  <a:lnTo>
                    <a:pt x="2025305" y="1855031"/>
                  </a:lnTo>
                  <a:lnTo>
                    <a:pt x="2074204" y="1837320"/>
                  </a:lnTo>
                  <a:lnTo>
                    <a:pt x="2123640" y="1821264"/>
                  </a:lnTo>
                  <a:lnTo>
                    <a:pt x="2173613" y="1806862"/>
                  </a:lnTo>
                  <a:lnTo>
                    <a:pt x="2224124" y="1794115"/>
                  </a:lnTo>
                  <a:lnTo>
                    <a:pt x="2275172" y="1783023"/>
                  </a:lnTo>
                  <a:lnTo>
                    <a:pt x="2326758" y="1773585"/>
                  </a:lnTo>
                  <a:lnTo>
                    <a:pt x="2376600" y="1766475"/>
                  </a:lnTo>
                  <a:lnTo>
                    <a:pt x="2426518" y="1760226"/>
                  </a:lnTo>
                  <a:lnTo>
                    <a:pt x="2476503" y="1754715"/>
                  </a:lnTo>
                  <a:lnTo>
                    <a:pt x="2526543" y="1749818"/>
                  </a:lnTo>
                  <a:lnTo>
                    <a:pt x="2626744" y="1741379"/>
                  </a:lnTo>
                  <a:lnTo>
                    <a:pt x="2780975" y="1730164"/>
                  </a:lnTo>
                  <a:lnTo>
                    <a:pt x="2834936" y="1726927"/>
                  </a:lnTo>
                  <a:lnTo>
                    <a:pt x="2942908" y="1721687"/>
                  </a:lnTo>
                  <a:lnTo>
                    <a:pt x="3359729" y="1707418"/>
                  </a:lnTo>
                  <a:lnTo>
                    <a:pt x="3408512" y="1704624"/>
                  </a:lnTo>
                  <a:lnTo>
                    <a:pt x="3457165" y="1700832"/>
                  </a:lnTo>
                  <a:lnTo>
                    <a:pt x="3505688" y="1696041"/>
                  </a:lnTo>
                  <a:lnTo>
                    <a:pt x="3554081" y="1690251"/>
                  </a:lnTo>
                  <a:lnTo>
                    <a:pt x="3602343" y="1683462"/>
                  </a:lnTo>
                  <a:lnTo>
                    <a:pt x="3650476" y="1675675"/>
                  </a:lnTo>
                  <a:lnTo>
                    <a:pt x="3698479" y="1666888"/>
                  </a:lnTo>
                  <a:lnTo>
                    <a:pt x="3746352" y="1657103"/>
                  </a:lnTo>
                  <a:lnTo>
                    <a:pt x="3799382" y="1644763"/>
                  </a:lnTo>
                  <a:lnTo>
                    <a:pt x="3851938" y="1630900"/>
                  </a:lnTo>
                  <a:lnTo>
                    <a:pt x="3904019" y="1615515"/>
                  </a:lnTo>
                  <a:lnTo>
                    <a:pt x="3955627" y="1598608"/>
                  </a:lnTo>
                  <a:lnTo>
                    <a:pt x="4006760" y="1580178"/>
                  </a:lnTo>
                  <a:lnTo>
                    <a:pt x="4057419" y="1560227"/>
                  </a:lnTo>
                  <a:lnTo>
                    <a:pt x="4108905" y="1538948"/>
                  </a:lnTo>
                  <a:lnTo>
                    <a:pt x="4159599" y="1515995"/>
                  </a:lnTo>
                  <a:lnTo>
                    <a:pt x="4209500" y="1491366"/>
                  </a:lnTo>
                  <a:lnTo>
                    <a:pt x="4285905" y="1450622"/>
                  </a:lnTo>
                  <a:lnTo>
                    <a:pt x="4339040" y="1419271"/>
                  </a:lnTo>
                  <a:lnTo>
                    <a:pt x="22371" y="4191642"/>
                  </a:lnTo>
                  <a:lnTo>
                    <a:pt x="11413" y="4138060"/>
                  </a:lnTo>
                  <a:lnTo>
                    <a:pt x="4432" y="4087055"/>
                  </a:lnTo>
                  <a:lnTo>
                    <a:pt x="628" y="4035615"/>
                  </a:lnTo>
                  <a:lnTo>
                    <a:pt x="0" y="3983741"/>
                  </a:lnTo>
                  <a:lnTo>
                    <a:pt x="1177" y="3928839"/>
                  </a:lnTo>
                  <a:lnTo>
                    <a:pt x="4445" y="3874143"/>
                  </a:lnTo>
                  <a:lnTo>
                    <a:pt x="9803" y="3819652"/>
                  </a:lnTo>
                  <a:lnTo>
                    <a:pt x="17253" y="3765367"/>
                  </a:lnTo>
                  <a:lnTo>
                    <a:pt x="26792" y="3711287"/>
                  </a:lnTo>
                  <a:lnTo>
                    <a:pt x="39429" y="3658437"/>
                  </a:lnTo>
                  <a:lnTo>
                    <a:pt x="54835" y="3606578"/>
                  </a:lnTo>
                  <a:lnTo>
                    <a:pt x="73012" y="3555709"/>
                  </a:lnTo>
                  <a:lnTo>
                    <a:pt x="93959" y="3505830"/>
                  </a:lnTo>
                  <a:lnTo>
                    <a:pt x="117677" y="3456941"/>
                  </a:lnTo>
                  <a:lnTo>
                    <a:pt x="141440" y="3412594"/>
                  </a:lnTo>
                  <a:lnTo>
                    <a:pt x="166213" y="3368886"/>
                  </a:lnTo>
                  <a:lnTo>
                    <a:pt x="191998" y="3325816"/>
                  </a:lnTo>
                  <a:lnTo>
                    <a:pt x="218793" y="3283385"/>
                  </a:lnTo>
                  <a:lnTo>
                    <a:pt x="246600" y="3241592"/>
                  </a:lnTo>
                  <a:lnTo>
                    <a:pt x="275418" y="3200437"/>
                  </a:lnTo>
                  <a:lnTo>
                    <a:pt x="305247" y="3159921"/>
                  </a:lnTo>
                  <a:lnTo>
                    <a:pt x="336353" y="3118483"/>
                  </a:lnTo>
                  <a:lnTo>
                    <a:pt x="367916" y="3077435"/>
                  </a:lnTo>
                  <a:lnTo>
                    <a:pt x="399935" y="3036778"/>
                  </a:lnTo>
                  <a:lnTo>
                    <a:pt x="432412" y="2996512"/>
                  </a:lnTo>
                  <a:lnTo>
                    <a:pt x="465345" y="2956637"/>
                  </a:lnTo>
                  <a:lnTo>
                    <a:pt x="498735" y="2917153"/>
                  </a:lnTo>
                  <a:lnTo>
                    <a:pt x="532581" y="2878060"/>
                  </a:lnTo>
                  <a:lnTo>
                    <a:pt x="566885" y="2839357"/>
                  </a:lnTo>
                  <a:lnTo>
                    <a:pt x="601645" y="2801046"/>
                  </a:lnTo>
                  <a:lnTo>
                    <a:pt x="636862" y="2763125"/>
                  </a:lnTo>
                  <a:lnTo>
                    <a:pt x="672535" y="2725595"/>
                  </a:lnTo>
                  <a:lnTo>
                    <a:pt x="708666" y="2688456"/>
                  </a:lnTo>
                  <a:lnTo>
                    <a:pt x="745325" y="2652014"/>
                  </a:lnTo>
                  <a:lnTo>
                    <a:pt x="782725" y="2616395"/>
                  </a:lnTo>
                  <a:lnTo>
                    <a:pt x="820788" y="2581439"/>
                  </a:lnTo>
                  <a:lnTo>
                    <a:pt x="859432" y="2546984"/>
                  </a:lnTo>
                  <a:lnTo>
                    <a:pt x="895200" y="2516844"/>
                  </a:lnTo>
                  <a:lnTo>
                    <a:pt x="968247" y="2458619"/>
                  </a:lnTo>
                  <a:lnTo>
                    <a:pt x="1004209" y="2428780"/>
                  </a:lnTo>
                  <a:lnTo>
                    <a:pt x="1010492" y="2423867"/>
                  </a:lnTo>
                  <a:lnTo>
                    <a:pt x="1016936" y="2419184"/>
                  </a:lnTo>
                  <a:lnTo>
                    <a:pt x="1008927" y="2424327"/>
                  </a:lnTo>
                  <a:lnTo>
                    <a:pt x="1278873" y="2249351"/>
                  </a:lnTo>
                  <a:close/>
                </a:path>
              </a:pathLst>
            </a:custGeom>
            <a:solidFill>
              <a:srgbClr val="6A6E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35540" y="6887343"/>
              <a:ext cx="7631430" cy="3399790"/>
            </a:xfrm>
            <a:custGeom>
              <a:avLst/>
              <a:gdLst/>
              <a:ahLst/>
              <a:cxnLst/>
              <a:rect l="l" t="t" r="r" b="b"/>
              <a:pathLst>
                <a:path w="7631430" h="3399790">
                  <a:moveTo>
                    <a:pt x="7631295" y="3399656"/>
                  </a:moveTo>
                  <a:lnTo>
                    <a:pt x="227859" y="3399656"/>
                  </a:lnTo>
                  <a:lnTo>
                    <a:pt x="203097" y="3346661"/>
                  </a:lnTo>
                  <a:lnTo>
                    <a:pt x="182373" y="3298602"/>
                  </a:lnTo>
                  <a:lnTo>
                    <a:pt x="162655" y="3249316"/>
                  </a:lnTo>
                  <a:lnTo>
                    <a:pt x="143963" y="3198781"/>
                  </a:lnTo>
                  <a:lnTo>
                    <a:pt x="130106" y="3158306"/>
                  </a:lnTo>
                  <a:lnTo>
                    <a:pt x="116950" y="3116897"/>
                  </a:lnTo>
                  <a:lnTo>
                    <a:pt x="104495" y="3074596"/>
                  </a:lnTo>
                  <a:lnTo>
                    <a:pt x="92740" y="3031441"/>
                  </a:lnTo>
                  <a:lnTo>
                    <a:pt x="81685" y="2987471"/>
                  </a:lnTo>
                  <a:lnTo>
                    <a:pt x="71332" y="2942726"/>
                  </a:lnTo>
                  <a:lnTo>
                    <a:pt x="61679" y="2897245"/>
                  </a:lnTo>
                  <a:lnTo>
                    <a:pt x="52727" y="2851066"/>
                  </a:lnTo>
                  <a:lnTo>
                    <a:pt x="44477" y="2804230"/>
                  </a:lnTo>
                  <a:lnTo>
                    <a:pt x="36927" y="2756776"/>
                  </a:lnTo>
                  <a:lnTo>
                    <a:pt x="30078" y="2708742"/>
                  </a:lnTo>
                  <a:lnTo>
                    <a:pt x="23930" y="2660168"/>
                  </a:lnTo>
                  <a:lnTo>
                    <a:pt x="18484" y="2611093"/>
                  </a:lnTo>
                  <a:lnTo>
                    <a:pt x="13739" y="2561557"/>
                  </a:lnTo>
                  <a:lnTo>
                    <a:pt x="9695" y="2511599"/>
                  </a:lnTo>
                  <a:lnTo>
                    <a:pt x="6353" y="2461258"/>
                  </a:lnTo>
                  <a:lnTo>
                    <a:pt x="3712" y="2410572"/>
                  </a:lnTo>
                  <a:lnTo>
                    <a:pt x="1773" y="2359583"/>
                  </a:lnTo>
                  <a:lnTo>
                    <a:pt x="535" y="2308327"/>
                  </a:lnTo>
                  <a:lnTo>
                    <a:pt x="0" y="2256846"/>
                  </a:lnTo>
                  <a:lnTo>
                    <a:pt x="165" y="2205178"/>
                  </a:lnTo>
                  <a:lnTo>
                    <a:pt x="1033" y="2153362"/>
                  </a:lnTo>
                  <a:lnTo>
                    <a:pt x="2603" y="2101438"/>
                  </a:lnTo>
                  <a:lnTo>
                    <a:pt x="4875" y="2049445"/>
                  </a:lnTo>
                  <a:lnTo>
                    <a:pt x="7848" y="1997421"/>
                  </a:lnTo>
                  <a:lnTo>
                    <a:pt x="11524" y="1945407"/>
                  </a:lnTo>
                  <a:lnTo>
                    <a:pt x="15902" y="1893442"/>
                  </a:lnTo>
                  <a:lnTo>
                    <a:pt x="20983" y="1841564"/>
                  </a:lnTo>
                  <a:lnTo>
                    <a:pt x="26765" y="1789813"/>
                  </a:lnTo>
                  <a:lnTo>
                    <a:pt x="33250" y="1738229"/>
                  </a:lnTo>
                  <a:lnTo>
                    <a:pt x="40438" y="1686850"/>
                  </a:lnTo>
                  <a:lnTo>
                    <a:pt x="48328" y="1635716"/>
                  </a:lnTo>
                  <a:lnTo>
                    <a:pt x="56920" y="1584865"/>
                  </a:lnTo>
                  <a:lnTo>
                    <a:pt x="66216" y="1534338"/>
                  </a:lnTo>
                  <a:lnTo>
                    <a:pt x="76214" y="1484173"/>
                  </a:lnTo>
                  <a:lnTo>
                    <a:pt x="86915" y="1434410"/>
                  </a:lnTo>
                  <a:lnTo>
                    <a:pt x="98319" y="1385088"/>
                  </a:lnTo>
                  <a:lnTo>
                    <a:pt x="110425" y="1336246"/>
                  </a:lnTo>
                  <a:lnTo>
                    <a:pt x="123235" y="1287923"/>
                  </a:lnTo>
                  <a:lnTo>
                    <a:pt x="136748" y="1240159"/>
                  </a:lnTo>
                  <a:lnTo>
                    <a:pt x="150964" y="1192993"/>
                  </a:lnTo>
                  <a:lnTo>
                    <a:pt x="165883" y="1146464"/>
                  </a:lnTo>
                  <a:lnTo>
                    <a:pt x="181506" y="1100611"/>
                  </a:lnTo>
                  <a:lnTo>
                    <a:pt x="197832" y="1055473"/>
                  </a:lnTo>
                  <a:lnTo>
                    <a:pt x="214861" y="1011091"/>
                  </a:lnTo>
                  <a:lnTo>
                    <a:pt x="232594" y="967502"/>
                  </a:lnTo>
                  <a:lnTo>
                    <a:pt x="251030" y="924747"/>
                  </a:lnTo>
                  <a:lnTo>
                    <a:pt x="270171" y="882864"/>
                  </a:lnTo>
                  <a:lnTo>
                    <a:pt x="290014" y="841893"/>
                  </a:lnTo>
                  <a:lnTo>
                    <a:pt x="310562" y="801873"/>
                  </a:lnTo>
                  <a:lnTo>
                    <a:pt x="331813" y="762843"/>
                  </a:lnTo>
                  <a:lnTo>
                    <a:pt x="353769" y="724842"/>
                  </a:lnTo>
                  <a:lnTo>
                    <a:pt x="376428" y="687910"/>
                  </a:lnTo>
                  <a:lnTo>
                    <a:pt x="399792" y="652086"/>
                  </a:lnTo>
                  <a:lnTo>
                    <a:pt x="423859" y="617409"/>
                  </a:lnTo>
                  <a:lnTo>
                    <a:pt x="453415" y="583732"/>
                  </a:lnTo>
                  <a:lnTo>
                    <a:pt x="484034" y="551115"/>
                  </a:lnTo>
                  <a:lnTo>
                    <a:pt x="515687" y="519548"/>
                  </a:lnTo>
                  <a:lnTo>
                    <a:pt x="548349" y="489021"/>
                  </a:lnTo>
                  <a:lnTo>
                    <a:pt x="581990" y="459526"/>
                  </a:lnTo>
                  <a:lnTo>
                    <a:pt x="616584" y="431051"/>
                  </a:lnTo>
                  <a:lnTo>
                    <a:pt x="652102" y="403587"/>
                  </a:lnTo>
                  <a:lnTo>
                    <a:pt x="688518" y="377125"/>
                  </a:lnTo>
                  <a:lnTo>
                    <a:pt x="725803" y="351654"/>
                  </a:lnTo>
                  <a:lnTo>
                    <a:pt x="763931" y="327165"/>
                  </a:lnTo>
                  <a:lnTo>
                    <a:pt x="802873" y="303647"/>
                  </a:lnTo>
                  <a:lnTo>
                    <a:pt x="842602" y="281092"/>
                  </a:lnTo>
                  <a:lnTo>
                    <a:pt x="883091" y="259490"/>
                  </a:lnTo>
                  <a:lnTo>
                    <a:pt x="924311" y="238829"/>
                  </a:lnTo>
                  <a:lnTo>
                    <a:pt x="966235" y="219102"/>
                  </a:lnTo>
                  <a:lnTo>
                    <a:pt x="1008836" y="200297"/>
                  </a:lnTo>
                  <a:lnTo>
                    <a:pt x="1052087" y="182406"/>
                  </a:lnTo>
                  <a:lnTo>
                    <a:pt x="1095958" y="165418"/>
                  </a:lnTo>
                  <a:lnTo>
                    <a:pt x="1140424" y="149324"/>
                  </a:lnTo>
                  <a:lnTo>
                    <a:pt x="1185456" y="134113"/>
                  </a:lnTo>
                  <a:lnTo>
                    <a:pt x="1231027" y="119776"/>
                  </a:lnTo>
                  <a:lnTo>
                    <a:pt x="1277109" y="106304"/>
                  </a:lnTo>
                  <a:lnTo>
                    <a:pt x="1323675" y="93686"/>
                  </a:lnTo>
                  <a:lnTo>
                    <a:pt x="1370696" y="81912"/>
                  </a:lnTo>
                  <a:lnTo>
                    <a:pt x="1418147" y="70974"/>
                  </a:lnTo>
                  <a:lnTo>
                    <a:pt x="1465998" y="60860"/>
                  </a:lnTo>
                  <a:lnTo>
                    <a:pt x="1514222" y="51561"/>
                  </a:lnTo>
                  <a:lnTo>
                    <a:pt x="1562792" y="43068"/>
                  </a:lnTo>
                  <a:lnTo>
                    <a:pt x="1611681" y="35371"/>
                  </a:lnTo>
                  <a:lnTo>
                    <a:pt x="1660860" y="28459"/>
                  </a:lnTo>
                  <a:lnTo>
                    <a:pt x="1710302" y="22323"/>
                  </a:lnTo>
                  <a:lnTo>
                    <a:pt x="1759980" y="16954"/>
                  </a:lnTo>
                  <a:lnTo>
                    <a:pt x="1809865" y="12341"/>
                  </a:lnTo>
                  <a:lnTo>
                    <a:pt x="1859931" y="8475"/>
                  </a:lnTo>
                  <a:lnTo>
                    <a:pt x="1910149" y="5345"/>
                  </a:lnTo>
                  <a:lnTo>
                    <a:pt x="1960493" y="2943"/>
                  </a:lnTo>
                  <a:lnTo>
                    <a:pt x="2010934" y="1257"/>
                  </a:lnTo>
                  <a:lnTo>
                    <a:pt x="2061446" y="280"/>
                  </a:lnTo>
                  <a:lnTo>
                    <a:pt x="2111999" y="0"/>
                  </a:lnTo>
                  <a:lnTo>
                    <a:pt x="2162568" y="407"/>
                  </a:lnTo>
                  <a:lnTo>
                    <a:pt x="2213124" y="1493"/>
                  </a:lnTo>
                  <a:lnTo>
                    <a:pt x="2263639" y="3247"/>
                  </a:lnTo>
                  <a:lnTo>
                    <a:pt x="2314087" y="5660"/>
                  </a:lnTo>
                  <a:lnTo>
                    <a:pt x="2364440" y="8721"/>
                  </a:lnTo>
                  <a:lnTo>
                    <a:pt x="2414669" y="12421"/>
                  </a:lnTo>
                  <a:lnTo>
                    <a:pt x="2464748" y="16750"/>
                  </a:lnTo>
                  <a:lnTo>
                    <a:pt x="2514648" y="21699"/>
                  </a:lnTo>
                  <a:lnTo>
                    <a:pt x="2564343" y="27257"/>
                  </a:lnTo>
                  <a:lnTo>
                    <a:pt x="2613805" y="33415"/>
                  </a:lnTo>
                  <a:lnTo>
                    <a:pt x="2663006" y="40163"/>
                  </a:lnTo>
                  <a:lnTo>
                    <a:pt x="2711918" y="47490"/>
                  </a:lnTo>
                  <a:lnTo>
                    <a:pt x="2760514" y="55388"/>
                  </a:lnTo>
                  <a:lnTo>
                    <a:pt x="2808767" y="63847"/>
                  </a:lnTo>
                  <a:lnTo>
                    <a:pt x="2856648" y="72856"/>
                  </a:lnTo>
                  <a:lnTo>
                    <a:pt x="2904131" y="82407"/>
                  </a:lnTo>
                  <a:lnTo>
                    <a:pt x="2951188" y="92488"/>
                  </a:lnTo>
                  <a:lnTo>
                    <a:pt x="2997790" y="103091"/>
                  </a:lnTo>
                  <a:lnTo>
                    <a:pt x="3043911" y="114205"/>
                  </a:lnTo>
                  <a:lnTo>
                    <a:pt x="3089523" y="125822"/>
                  </a:lnTo>
                  <a:lnTo>
                    <a:pt x="3134599" y="137930"/>
                  </a:lnTo>
                  <a:lnTo>
                    <a:pt x="3179110" y="150520"/>
                  </a:lnTo>
                  <a:lnTo>
                    <a:pt x="3223029" y="163582"/>
                  </a:lnTo>
                  <a:lnTo>
                    <a:pt x="3266329" y="177108"/>
                  </a:lnTo>
                  <a:lnTo>
                    <a:pt x="3308982" y="191086"/>
                  </a:lnTo>
                  <a:lnTo>
                    <a:pt x="3350961" y="205506"/>
                  </a:lnTo>
                  <a:lnTo>
                    <a:pt x="3392238" y="220361"/>
                  </a:lnTo>
                  <a:lnTo>
                    <a:pt x="3432785" y="235638"/>
                  </a:lnTo>
                  <a:lnTo>
                    <a:pt x="3472575" y="251329"/>
                  </a:lnTo>
                  <a:lnTo>
                    <a:pt x="3511580" y="267424"/>
                  </a:lnTo>
                  <a:lnTo>
                    <a:pt x="3549772" y="283913"/>
                  </a:lnTo>
                  <a:lnTo>
                    <a:pt x="3587125" y="300786"/>
                  </a:lnTo>
                  <a:lnTo>
                    <a:pt x="3623610" y="318034"/>
                  </a:lnTo>
                  <a:lnTo>
                    <a:pt x="3659200" y="335646"/>
                  </a:lnTo>
                  <a:lnTo>
                    <a:pt x="3693868" y="353613"/>
                  </a:lnTo>
                  <a:lnTo>
                    <a:pt x="3727585" y="371925"/>
                  </a:lnTo>
                  <a:lnTo>
                    <a:pt x="3770182" y="396219"/>
                  </a:lnTo>
                  <a:lnTo>
                    <a:pt x="3812323" y="421429"/>
                  </a:lnTo>
                  <a:lnTo>
                    <a:pt x="3854028" y="447509"/>
                  </a:lnTo>
                  <a:lnTo>
                    <a:pt x="3895317" y="474412"/>
                  </a:lnTo>
                  <a:lnTo>
                    <a:pt x="3936210" y="502093"/>
                  </a:lnTo>
                  <a:lnTo>
                    <a:pt x="3976727" y="530505"/>
                  </a:lnTo>
                  <a:lnTo>
                    <a:pt x="4016889" y="559601"/>
                  </a:lnTo>
                  <a:lnTo>
                    <a:pt x="4056717" y="589336"/>
                  </a:lnTo>
                  <a:lnTo>
                    <a:pt x="4096229" y="619662"/>
                  </a:lnTo>
                  <a:lnTo>
                    <a:pt x="4135446" y="650534"/>
                  </a:lnTo>
                  <a:lnTo>
                    <a:pt x="4174389" y="681906"/>
                  </a:lnTo>
                  <a:lnTo>
                    <a:pt x="4213078" y="713730"/>
                  </a:lnTo>
                  <a:lnTo>
                    <a:pt x="4251532" y="745961"/>
                  </a:lnTo>
                  <a:lnTo>
                    <a:pt x="4289773" y="778551"/>
                  </a:lnTo>
                  <a:lnTo>
                    <a:pt x="4327820" y="811456"/>
                  </a:lnTo>
                  <a:lnTo>
                    <a:pt x="4365693" y="844628"/>
                  </a:lnTo>
                  <a:lnTo>
                    <a:pt x="4403413" y="878022"/>
                  </a:lnTo>
                  <a:lnTo>
                    <a:pt x="4441000" y="911590"/>
                  </a:lnTo>
                  <a:lnTo>
                    <a:pt x="4478474" y="945287"/>
                  </a:lnTo>
                  <a:lnTo>
                    <a:pt x="4515856" y="979065"/>
                  </a:lnTo>
                  <a:lnTo>
                    <a:pt x="4664858" y="1114075"/>
                  </a:lnTo>
                  <a:lnTo>
                    <a:pt x="4702079" y="1147569"/>
                  </a:lnTo>
                  <a:lnTo>
                    <a:pt x="4739329" y="1180868"/>
                  </a:lnTo>
                  <a:lnTo>
                    <a:pt x="4776627" y="1213924"/>
                  </a:lnTo>
                  <a:lnTo>
                    <a:pt x="4813995" y="1246691"/>
                  </a:lnTo>
                  <a:lnTo>
                    <a:pt x="4851451" y="1279124"/>
                  </a:lnTo>
                  <a:lnTo>
                    <a:pt x="4889017" y="1311175"/>
                  </a:lnTo>
                  <a:lnTo>
                    <a:pt x="4926712" y="1342798"/>
                  </a:lnTo>
                  <a:lnTo>
                    <a:pt x="4964557" y="1373948"/>
                  </a:lnTo>
                  <a:lnTo>
                    <a:pt x="5002572" y="1404577"/>
                  </a:lnTo>
                  <a:lnTo>
                    <a:pt x="5040778" y="1434640"/>
                  </a:lnTo>
                  <a:lnTo>
                    <a:pt x="5079193" y="1464089"/>
                  </a:lnTo>
                  <a:lnTo>
                    <a:pt x="5117839" y="1492879"/>
                  </a:lnTo>
                  <a:lnTo>
                    <a:pt x="5156736" y="1520964"/>
                  </a:lnTo>
                  <a:lnTo>
                    <a:pt x="5199516" y="1550686"/>
                  </a:lnTo>
                  <a:lnTo>
                    <a:pt x="5242515" y="1579296"/>
                  </a:lnTo>
                  <a:lnTo>
                    <a:pt x="5285718" y="1606851"/>
                  </a:lnTo>
                  <a:lnTo>
                    <a:pt x="5329111" y="1633405"/>
                  </a:lnTo>
                  <a:lnTo>
                    <a:pt x="5372680" y="1659015"/>
                  </a:lnTo>
                  <a:lnTo>
                    <a:pt x="5416411" y="1683738"/>
                  </a:lnTo>
                  <a:lnTo>
                    <a:pt x="5460290" y="1707629"/>
                  </a:lnTo>
                  <a:lnTo>
                    <a:pt x="5504301" y="1730745"/>
                  </a:lnTo>
                  <a:lnTo>
                    <a:pt x="5548432" y="1753141"/>
                  </a:lnTo>
                  <a:lnTo>
                    <a:pt x="5592668" y="1774873"/>
                  </a:lnTo>
                  <a:lnTo>
                    <a:pt x="5636994" y="1795998"/>
                  </a:lnTo>
                  <a:lnTo>
                    <a:pt x="5681397" y="1816572"/>
                  </a:lnTo>
                  <a:lnTo>
                    <a:pt x="5725862" y="1836650"/>
                  </a:lnTo>
                  <a:lnTo>
                    <a:pt x="5770374" y="1856289"/>
                  </a:lnTo>
                  <a:lnTo>
                    <a:pt x="5814921" y="1875546"/>
                  </a:lnTo>
                  <a:lnTo>
                    <a:pt x="5859486" y="1894475"/>
                  </a:lnTo>
                  <a:lnTo>
                    <a:pt x="5904057" y="1913133"/>
                  </a:lnTo>
                  <a:lnTo>
                    <a:pt x="5948619" y="1931576"/>
                  </a:lnTo>
                  <a:lnTo>
                    <a:pt x="5993158" y="1949861"/>
                  </a:lnTo>
                  <a:lnTo>
                    <a:pt x="6126493" y="2004323"/>
                  </a:lnTo>
                  <a:lnTo>
                    <a:pt x="6170796" y="2022533"/>
                  </a:lnTo>
                  <a:lnTo>
                    <a:pt x="6215005" y="2040865"/>
                  </a:lnTo>
                  <a:lnTo>
                    <a:pt x="6259106" y="2059374"/>
                  </a:lnTo>
                  <a:lnTo>
                    <a:pt x="6303083" y="2078117"/>
                  </a:lnTo>
                  <a:lnTo>
                    <a:pt x="6346924" y="2097150"/>
                  </a:lnTo>
                  <a:lnTo>
                    <a:pt x="6390613" y="2116529"/>
                  </a:lnTo>
                  <a:lnTo>
                    <a:pt x="6434136" y="2136310"/>
                  </a:lnTo>
                  <a:lnTo>
                    <a:pt x="6477480" y="2156549"/>
                  </a:lnTo>
                  <a:lnTo>
                    <a:pt x="6520630" y="2177302"/>
                  </a:lnTo>
                  <a:lnTo>
                    <a:pt x="6563571" y="2198625"/>
                  </a:lnTo>
                  <a:lnTo>
                    <a:pt x="6606290" y="2220575"/>
                  </a:lnTo>
                  <a:lnTo>
                    <a:pt x="6648773" y="2243207"/>
                  </a:lnTo>
                  <a:lnTo>
                    <a:pt x="6691004" y="2266577"/>
                  </a:lnTo>
                  <a:lnTo>
                    <a:pt x="6732970" y="2290741"/>
                  </a:lnTo>
                  <a:lnTo>
                    <a:pt x="6774657" y="2315757"/>
                  </a:lnTo>
                  <a:lnTo>
                    <a:pt x="6816050" y="2341679"/>
                  </a:lnTo>
                  <a:lnTo>
                    <a:pt x="6857135" y="2368563"/>
                  </a:lnTo>
                  <a:lnTo>
                    <a:pt x="6897898" y="2396467"/>
                  </a:lnTo>
                  <a:lnTo>
                    <a:pt x="6938325" y="2425445"/>
                  </a:lnTo>
                  <a:lnTo>
                    <a:pt x="6978401" y="2455555"/>
                  </a:lnTo>
                  <a:lnTo>
                    <a:pt x="7018113" y="2486851"/>
                  </a:lnTo>
                  <a:lnTo>
                    <a:pt x="7057445" y="2519390"/>
                  </a:lnTo>
                  <a:lnTo>
                    <a:pt x="7096629" y="2553344"/>
                  </a:lnTo>
                  <a:lnTo>
                    <a:pt x="7134441" y="2587594"/>
                  </a:lnTo>
                  <a:lnTo>
                    <a:pt x="7170887" y="2622126"/>
                  </a:lnTo>
                  <a:lnTo>
                    <a:pt x="7205971" y="2656925"/>
                  </a:lnTo>
                  <a:lnTo>
                    <a:pt x="7239697" y="2691979"/>
                  </a:lnTo>
                  <a:lnTo>
                    <a:pt x="7272071" y="2727273"/>
                  </a:lnTo>
                  <a:lnTo>
                    <a:pt x="7303097" y="2762794"/>
                  </a:lnTo>
                  <a:lnTo>
                    <a:pt x="7332780" y="2798527"/>
                  </a:lnTo>
                  <a:lnTo>
                    <a:pt x="7361125" y="2834459"/>
                  </a:lnTo>
                  <a:lnTo>
                    <a:pt x="7388136" y="2870576"/>
                  </a:lnTo>
                  <a:lnTo>
                    <a:pt x="7413818" y="2906863"/>
                  </a:lnTo>
                  <a:lnTo>
                    <a:pt x="7438175" y="2943307"/>
                  </a:lnTo>
                  <a:lnTo>
                    <a:pt x="7461213" y="2979895"/>
                  </a:lnTo>
                  <a:lnTo>
                    <a:pt x="7482936" y="3016612"/>
                  </a:lnTo>
                  <a:lnTo>
                    <a:pt x="7503350" y="3053443"/>
                  </a:lnTo>
                  <a:lnTo>
                    <a:pt x="7522457" y="3090377"/>
                  </a:lnTo>
                  <a:lnTo>
                    <a:pt x="7540264" y="3127398"/>
                  </a:lnTo>
                  <a:lnTo>
                    <a:pt x="7556775" y="3164492"/>
                  </a:lnTo>
                  <a:lnTo>
                    <a:pt x="7571995" y="3201646"/>
                  </a:lnTo>
                  <a:lnTo>
                    <a:pt x="7585928" y="3238846"/>
                  </a:lnTo>
                  <a:lnTo>
                    <a:pt x="7598579" y="3276078"/>
                  </a:lnTo>
                  <a:lnTo>
                    <a:pt x="7609953" y="3313328"/>
                  </a:lnTo>
                  <a:lnTo>
                    <a:pt x="7620055" y="3350582"/>
                  </a:lnTo>
                  <a:lnTo>
                    <a:pt x="7628889" y="3387827"/>
                  </a:lnTo>
                  <a:lnTo>
                    <a:pt x="7631295" y="3399656"/>
                  </a:lnTo>
                  <a:close/>
                </a:path>
              </a:pathLst>
            </a:custGeom>
            <a:solidFill>
              <a:srgbClr val="CDB8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670132" y="3553346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5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FF575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5143500"/>
            <a:ext cx="7296149" cy="46196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929" y="5661342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929" y="6461442"/>
            <a:ext cx="95250" cy="952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929" y="7261542"/>
            <a:ext cx="95250" cy="952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929" y="8061642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582631" y="1925388"/>
            <a:ext cx="4872355" cy="2105660"/>
          </a:xfrm>
          <a:prstGeom prst="rect"/>
        </p:spPr>
        <p:txBody>
          <a:bodyPr wrap="square" lIns="0" tIns="339725" rIns="0" bIns="0" rtlCol="0" vert="horz">
            <a:spAutoFit/>
          </a:bodyPr>
          <a:lstStyle/>
          <a:p>
            <a:pPr marL="12700" marR="5080">
              <a:lnSpc>
                <a:spcPct val="72800"/>
              </a:lnSpc>
              <a:spcBef>
                <a:spcPts val="2675"/>
              </a:spcBef>
            </a:pPr>
            <a:r>
              <a:rPr dirty="0" spc="260"/>
              <a:t>Résultats </a:t>
            </a:r>
            <a:r>
              <a:rPr dirty="0" spc="535"/>
              <a:t>LLM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746169" y="4179241"/>
            <a:ext cx="9825990" cy="4482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295">
                <a:solidFill>
                  <a:srgbClr val="FF5757"/>
                </a:solidFill>
                <a:latin typeface="Arial Black"/>
                <a:cs typeface="Arial Black"/>
              </a:rPr>
              <a:t>Performances</a:t>
            </a:r>
            <a:r>
              <a:rPr dirty="0" sz="5200" spc="-360">
                <a:solidFill>
                  <a:srgbClr val="FF5757"/>
                </a:solidFill>
                <a:latin typeface="Arial Black"/>
                <a:cs typeface="Arial Black"/>
              </a:rPr>
              <a:t> </a:t>
            </a:r>
            <a:r>
              <a:rPr dirty="0" sz="5200" spc="-130">
                <a:solidFill>
                  <a:srgbClr val="FF5757"/>
                </a:solidFill>
                <a:latin typeface="Arial Black"/>
                <a:cs typeface="Arial Black"/>
              </a:rPr>
              <a:t>du</a:t>
            </a:r>
            <a:r>
              <a:rPr dirty="0" sz="5200" spc="-355">
                <a:solidFill>
                  <a:srgbClr val="FF5757"/>
                </a:solidFill>
                <a:latin typeface="Arial Black"/>
                <a:cs typeface="Arial Black"/>
              </a:rPr>
              <a:t> </a:t>
            </a:r>
            <a:r>
              <a:rPr dirty="0" sz="5200" spc="-265">
                <a:solidFill>
                  <a:srgbClr val="FF5757"/>
                </a:solidFill>
                <a:latin typeface="Arial Black"/>
                <a:cs typeface="Arial Black"/>
              </a:rPr>
              <a:t>modèle</a:t>
            </a:r>
            <a:r>
              <a:rPr dirty="0" sz="5200" spc="-360">
                <a:solidFill>
                  <a:srgbClr val="FF5757"/>
                </a:solidFill>
                <a:latin typeface="Arial Black"/>
                <a:cs typeface="Arial Black"/>
              </a:rPr>
              <a:t> </a:t>
            </a:r>
            <a:r>
              <a:rPr dirty="0" sz="5200" spc="-415">
                <a:solidFill>
                  <a:srgbClr val="FF5757"/>
                </a:solidFill>
                <a:latin typeface="Arial Black"/>
                <a:cs typeface="Arial Black"/>
              </a:rPr>
              <a:t>LLM</a:t>
            </a:r>
            <a:endParaRPr sz="5200">
              <a:latin typeface="Arial Black"/>
              <a:cs typeface="Arial Black"/>
            </a:endParaRPr>
          </a:p>
          <a:p>
            <a:pPr marL="293370" marR="5419725">
              <a:lnSpc>
                <a:spcPct val="250000"/>
              </a:lnSpc>
              <a:spcBef>
                <a:spcPts val="500"/>
              </a:spcBef>
            </a:pPr>
            <a:r>
              <a:rPr dirty="0" sz="2100">
                <a:latin typeface="Trebuchet MS"/>
                <a:cs typeface="Trebuchet MS"/>
              </a:rPr>
              <a:t>Accuracy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95">
                <a:latin typeface="Trebuchet MS"/>
                <a:cs typeface="Trebuchet MS"/>
              </a:rPr>
              <a:t>moyenne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-225">
                <a:latin typeface="Trebuchet MS"/>
                <a:cs typeface="Trebuchet MS"/>
              </a:rPr>
              <a:t>: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95">
                <a:latin typeface="Trebuchet MS"/>
                <a:cs typeface="Trebuchet MS"/>
              </a:rPr>
              <a:t>≈</a:t>
            </a:r>
            <a:r>
              <a:rPr dirty="0" sz="2100" spc="-40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0.80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270">
                <a:latin typeface="Trebuchet MS"/>
                <a:cs typeface="Trebuchet MS"/>
              </a:rPr>
              <a:t>–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-20">
                <a:latin typeface="Trebuchet MS"/>
                <a:cs typeface="Trebuchet MS"/>
              </a:rPr>
              <a:t>0.90 </a:t>
            </a:r>
            <a:r>
              <a:rPr dirty="0" sz="2100">
                <a:latin typeface="Trebuchet MS"/>
                <a:cs typeface="Trebuchet MS"/>
              </a:rPr>
              <a:t>F1-score</a:t>
            </a:r>
            <a:r>
              <a:rPr dirty="0" sz="2100" spc="-25">
                <a:latin typeface="Trebuchet MS"/>
                <a:cs typeface="Trebuchet MS"/>
              </a:rPr>
              <a:t> </a:t>
            </a:r>
            <a:r>
              <a:rPr dirty="0" sz="2100" spc="-225">
                <a:latin typeface="Trebuchet MS"/>
                <a:cs typeface="Trebuchet MS"/>
              </a:rPr>
              <a:t>:</a:t>
            </a:r>
            <a:r>
              <a:rPr dirty="0" sz="2100" spc="-25">
                <a:latin typeface="Trebuchet MS"/>
                <a:cs typeface="Trebuchet MS"/>
              </a:rPr>
              <a:t> </a:t>
            </a:r>
            <a:r>
              <a:rPr dirty="0" sz="2100" spc="95">
                <a:latin typeface="Trebuchet MS"/>
                <a:cs typeface="Trebuchet MS"/>
              </a:rPr>
              <a:t>≈</a:t>
            </a:r>
            <a:r>
              <a:rPr dirty="0" sz="2100" spc="-25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0.82</a:t>
            </a:r>
            <a:r>
              <a:rPr dirty="0" sz="2100" spc="-20">
                <a:latin typeface="Trebuchet MS"/>
                <a:cs typeface="Trebuchet MS"/>
              </a:rPr>
              <a:t> </a:t>
            </a:r>
            <a:r>
              <a:rPr dirty="0" sz="2100" spc="270">
                <a:latin typeface="Trebuchet MS"/>
                <a:cs typeface="Trebuchet MS"/>
              </a:rPr>
              <a:t>–</a:t>
            </a:r>
            <a:r>
              <a:rPr dirty="0" sz="2100" spc="-25">
                <a:latin typeface="Trebuchet MS"/>
                <a:cs typeface="Trebuchet MS"/>
              </a:rPr>
              <a:t> </a:t>
            </a:r>
            <a:r>
              <a:rPr dirty="0" sz="2100" spc="-20">
                <a:latin typeface="Trebuchet MS"/>
                <a:cs typeface="Trebuchet MS"/>
              </a:rPr>
              <a:t>0.88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2100">
              <a:latin typeface="Trebuchet MS"/>
              <a:cs typeface="Trebuchet MS"/>
            </a:endParaRPr>
          </a:p>
          <a:p>
            <a:pPr marL="293370">
              <a:lnSpc>
                <a:spcPct val="100000"/>
              </a:lnSpc>
            </a:pPr>
            <a:r>
              <a:rPr dirty="0" sz="2100" spc="80">
                <a:latin typeface="Trebuchet MS"/>
                <a:cs typeface="Trebuchet MS"/>
              </a:rPr>
              <a:t>Temps</a:t>
            </a:r>
            <a:r>
              <a:rPr dirty="0" sz="2100" spc="-75">
                <a:latin typeface="Trebuchet MS"/>
                <a:cs typeface="Trebuchet MS"/>
              </a:rPr>
              <a:t> </a:t>
            </a:r>
            <a:r>
              <a:rPr dirty="0" sz="2100" spc="65">
                <a:latin typeface="Trebuchet MS"/>
                <a:cs typeface="Trebuchet MS"/>
              </a:rPr>
              <a:t>de</a:t>
            </a:r>
            <a:r>
              <a:rPr dirty="0" sz="2100" spc="-75">
                <a:latin typeface="Trebuchet MS"/>
                <a:cs typeface="Trebuchet MS"/>
              </a:rPr>
              <a:t> </a:t>
            </a:r>
            <a:r>
              <a:rPr dirty="0" sz="2100" spc="80">
                <a:latin typeface="Trebuchet MS"/>
                <a:cs typeface="Trebuchet MS"/>
              </a:rPr>
              <a:t>réponse</a:t>
            </a:r>
            <a:r>
              <a:rPr dirty="0" sz="2100" spc="-70">
                <a:latin typeface="Trebuchet MS"/>
                <a:cs typeface="Trebuchet MS"/>
              </a:rPr>
              <a:t> </a:t>
            </a:r>
            <a:r>
              <a:rPr dirty="0" sz="2100" spc="95">
                <a:latin typeface="Trebuchet MS"/>
                <a:cs typeface="Trebuchet MS"/>
              </a:rPr>
              <a:t>moyen</a:t>
            </a:r>
            <a:r>
              <a:rPr dirty="0" sz="2100" spc="-75">
                <a:latin typeface="Trebuchet MS"/>
                <a:cs typeface="Trebuchet MS"/>
              </a:rPr>
              <a:t> </a:t>
            </a:r>
            <a:r>
              <a:rPr dirty="0" sz="2100" spc="-225">
                <a:latin typeface="Trebuchet MS"/>
                <a:cs typeface="Trebuchet MS"/>
              </a:rPr>
              <a:t>:</a:t>
            </a:r>
            <a:r>
              <a:rPr dirty="0" sz="2100" spc="-70">
                <a:latin typeface="Trebuchet MS"/>
                <a:cs typeface="Trebuchet MS"/>
              </a:rPr>
              <a:t> </a:t>
            </a:r>
            <a:r>
              <a:rPr dirty="0" sz="2100" spc="140">
                <a:latin typeface="Trebuchet MS"/>
                <a:cs typeface="Trebuchet MS"/>
              </a:rPr>
              <a:t>~1–2</a:t>
            </a:r>
            <a:r>
              <a:rPr dirty="0" sz="2100" spc="-75">
                <a:latin typeface="Trebuchet MS"/>
                <a:cs typeface="Trebuchet MS"/>
              </a:rPr>
              <a:t> </a:t>
            </a:r>
            <a:r>
              <a:rPr dirty="0" sz="2100" spc="80">
                <a:latin typeface="Trebuchet MS"/>
                <a:cs typeface="Trebuchet MS"/>
              </a:rPr>
              <a:t>secondes</a:t>
            </a:r>
            <a:r>
              <a:rPr dirty="0" sz="2100" spc="-70">
                <a:latin typeface="Trebuchet MS"/>
                <a:cs typeface="Trebuchet MS"/>
              </a:rPr>
              <a:t> </a:t>
            </a:r>
            <a:r>
              <a:rPr dirty="0" sz="2100" spc="-330">
                <a:latin typeface="Trebuchet MS"/>
                <a:cs typeface="Trebuchet MS"/>
              </a:rPr>
              <a:t>/</a:t>
            </a:r>
            <a:r>
              <a:rPr dirty="0" sz="2100" spc="-75">
                <a:latin typeface="Trebuchet MS"/>
                <a:cs typeface="Trebuchet MS"/>
              </a:rPr>
              <a:t> </a:t>
            </a:r>
            <a:r>
              <a:rPr dirty="0" sz="2100" spc="-10">
                <a:latin typeface="Trebuchet MS"/>
                <a:cs typeface="Trebuchet MS"/>
              </a:rPr>
              <a:t>requête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100">
              <a:latin typeface="Trebuchet MS"/>
              <a:cs typeface="Trebuchet MS"/>
            </a:endParaRPr>
          </a:p>
          <a:p>
            <a:pPr marL="293370" marR="2934335">
              <a:lnSpc>
                <a:spcPct val="125000"/>
              </a:lnSpc>
              <a:tabLst>
                <a:tab pos="1317625" algn="l"/>
                <a:tab pos="2830830" algn="l"/>
                <a:tab pos="4585335" algn="l"/>
                <a:tab pos="5389880" algn="l"/>
                <a:tab pos="6556375" algn="l"/>
              </a:tabLst>
            </a:pPr>
            <a:r>
              <a:rPr dirty="0" sz="2100" spc="105">
                <a:latin typeface="Trebuchet MS"/>
                <a:cs typeface="Trebuchet MS"/>
              </a:rPr>
              <a:t>Bonne</a:t>
            </a:r>
            <a:r>
              <a:rPr dirty="0" sz="2100">
                <a:latin typeface="Trebuchet MS"/>
                <a:cs typeface="Trebuchet MS"/>
              </a:rPr>
              <a:t>	</a:t>
            </a:r>
            <a:r>
              <a:rPr dirty="0" sz="2100" spc="-10">
                <a:latin typeface="Trebuchet MS"/>
                <a:cs typeface="Trebuchet MS"/>
              </a:rPr>
              <a:t>cohérence</a:t>
            </a:r>
            <a:r>
              <a:rPr dirty="0" sz="2100">
                <a:latin typeface="Trebuchet MS"/>
                <a:cs typeface="Trebuchet MS"/>
              </a:rPr>
              <a:t>	</a:t>
            </a:r>
            <a:r>
              <a:rPr dirty="0" sz="2100" spc="-10">
                <a:latin typeface="Trebuchet MS"/>
                <a:cs typeface="Trebuchet MS"/>
              </a:rPr>
              <a:t>sémantique,</a:t>
            </a:r>
            <a:r>
              <a:rPr dirty="0" sz="2100">
                <a:latin typeface="Trebuchet MS"/>
                <a:cs typeface="Trebuchet MS"/>
              </a:rPr>
              <a:t>	</a:t>
            </a:r>
            <a:r>
              <a:rPr dirty="0" sz="2100" spc="65">
                <a:latin typeface="Trebuchet MS"/>
                <a:cs typeface="Trebuchet MS"/>
              </a:rPr>
              <a:t>mais</a:t>
            </a:r>
            <a:r>
              <a:rPr dirty="0" sz="2100">
                <a:latin typeface="Trebuchet MS"/>
                <a:cs typeface="Trebuchet MS"/>
              </a:rPr>
              <a:t>	</a:t>
            </a:r>
            <a:r>
              <a:rPr dirty="0" sz="2100" spc="70">
                <a:latin typeface="Trebuchet MS"/>
                <a:cs typeface="Trebuchet MS"/>
              </a:rPr>
              <a:t>dépend</a:t>
            </a:r>
            <a:r>
              <a:rPr dirty="0" sz="2100">
                <a:latin typeface="Trebuchet MS"/>
                <a:cs typeface="Trebuchet MS"/>
              </a:rPr>
              <a:t>	</a:t>
            </a:r>
            <a:r>
              <a:rPr dirty="0" sz="2100" spc="90">
                <a:latin typeface="Trebuchet MS"/>
                <a:cs typeface="Trebuchet MS"/>
              </a:rPr>
              <a:t>du </a:t>
            </a:r>
            <a:r>
              <a:rPr dirty="0" sz="2100" spc="80">
                <a:latin typeface="Trebuchet MS"/>
                <a:cs typeface="Trebuchet MS"/>
              </a:rPr>
              <a:t>prompt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-20">
                <a:latin typeface="Trebuchet MS"/>
                <a:cs typeface="Trebuchet MS"/>
              </a:rPr>
              <a:t>et</a:t>
            </a:r>
            <a:r>
              <a:rPr dirty="0" sz="2100" spc="-40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coûte</a:t>
            </a:r>
            <a:r>
              <a:rPr dirty="0" sz="2100" spc="-40">
                <a:latin typeface="Trebuchet MS"/>
                <a:cs typeface="Trebuchet MS"/>
              </a:rPr>
              <a:t> </a:t>
            </a:r>
            <a:r>
              <a:rPr dirty="0" sz="2100" spc="75">
                <a:latin typeface="Trebuchet MS"/>
                <a:cs typeface="Trebuchet MS"/>
              </a:rPr>
              <a:t>plus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cher</a:t>
            </a:r>
            <a:r>
              <a:rPr dirty="0" sz="2100" spc="-40">
                <a:latin typeface="Trebuchet MS"/>
                <a:cs typeface="Trebuchet MS"/>
              </a:rPr>
              <a:t> </a:t>
            </a:r>
            <a:r>
              <a:rPr dirty="0" sz="2100" spc="65">
                <a:latin typeface="Trebuchet MS"/>
                <a:cs typeface="Trebuchet MS"/>
              </a:rPr>
              <a:t>à</a:t>
            </a:r>
            <a:r>
              <a:rPr dirty="0" sz="2100" spc="-40">
                <a:latin typeface="Trebuchet MS"/>
                <a:cs typeface="Trebuchet MS"/>
              </a:rPr>
              <a:t> </a:t>
            </a:r>
            <a:r>
              <a:rPr dirty="0" sz="2100" spc="-10">
                <a:latin typeface="Trebuchet MS"/>
                <a:cs typeface="Trebuchet MS"/>
              </a:rPr>
              <a:t>l’échelle.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2071" y="936656"/>
            <a:ext cx="9776460" cy="3629660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240"/>
              </a:spcBef>
            </a:pPr>
            <a:r>
              <a:rPr dirty="0" spc="495"/>
              <a:t>Approche</a:t>
            </a:r>
            <a:r>
              <a:rPr dirty="0" spc="650"/>
              <a:t> </a:t>
            </a:r>
            <a:r>
              <a:rPr dirty="0" spc="260"/>
              <a:t>2</a:t>
            </a:r>
            <a:r>
              <a:rPr dirty="0" spc="655"/>
              <a:t> </a:t>
            </a:r>
            <a:r>
              <a:rPr dirty="0" spc="-1155"/>
              <a:t>: </a:t>
            </a:r>
            <a:r>
              <a:rPr dirty="0" spc="600"/>
              <a:t>Machine</a:t>
            </a:r>
            <a:r>
              <a:rPr dirty="0" spc="670"/>
              <a:t> </a:t>
            </a:r>
            <a:r>
              <a:rPr dirty="0" spc="540"/>
              <a:t>Learning </a:t>
            </a:r>
            <a:r>
              <a:rPr dirty="0" spc="355"/>
              <a:t>classique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011662" y="1587550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EBD9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9659" y="5508530"/>
            <a:ext cx="6810374" cy="375284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6092723"/>
            <a:ext cx="8324850" cy="4194810"/>
            <a:chOff x="0" y="6092723"/>
            <a:chExt cx="8324850" cy="4194810"/>
          </a:xfrm>
        </p:grpSpPr>
        <p:sp>
          <p:nvSpPr>
            <p:cNvPr id="7" name="object 7" descr=""/>
            <p:cNvSpPr/>
            <p:nvPr/>
          </p:nvSpPr>
          <p:spPr>
            <a:xfrm>
              <a:off x="0" y="6092723"/>
              <a:ext cx="3971925" cy="4194810"/>
            </a:xfrm>
            <a:custGeom>
              <a:avLst/>
              <a:gdLst/>
              <a:ahLst/>
              <a:cxnLst/>
              <a:rect l="l" t="t" r="r" b="b"/>
              <a:pathLst>
                <a:path w="3971925" h="4194809">
                  <a:moveTo>
                    <a:pt x="0" y="4194275"/>
                  </a:moveTo>
                  <a:lnTo>
                    <a:pt x="0" y="0"/>
                  </a:lnTo>
                  <a:lnTo>
                    <a:pt x="13069" y="5999"/>
                  </a:lnTo>
                  <a:lnTo>
                    <a:pt x="56019" y="26885"/>
                  </a:lnTo>
                  <a:lnTo>
                    <a:pt x="97312" y="48159"/>
                  </a:lnTo>
                  <a:lnTo>
                    <a:pt x="136978" y="69811"/>
                  </a:lnTo>
                  <a:lnTo>
                    <a:pt x="175046" y="91833"/>
                  </a:lnTo>
                  <a:lnTo>
                    <a:pt x="211545" y="114219"/>
                  </a:lnTo>
                  <a:lnTo>
                    <a:pt x="246504" y="136959"/>
                  </a:lnTo>
                  <a:lnTo>
                    <a:pt x="279953" y="160046"/>
                  </a:lnTo>
                  <a:lnTo>
                    <a:pt x="311921" y="183471"/>
                  </a:lnTo>
                  <a:lnTo>
                    <a:pt x="342437" y="207227"/>
                  </a:lnTo>
                  <a:lnTo>
                    <a:pt x="399230" y="255697"/>
                  </a:lnTo>
                  <a:lnTo>
                    <a:pt x="450565" y="305392"/>
                  </a:lnTo>
                  <a:lnTo>
                    <a:pt x="496678" y="356247"/>
                  </a:lnTo>
                  <a:lnTo>
                    <a:pt x="537801" y="408198"/>
                  </a:lnTo>
                  <a:lnTo>
                    <a:pt x="574168" y="461179"/>
                  </a:lnTo>
                  <a:lnTo>
                    <a:pt x="606013" y="515127"/>
                  </a:lnTo>
                  <a:lnTo>
                    <a:pt x="633571" y="569976"/>
                  </a:lnTo>
                  <a:lnTo>
                    <a:pt x="657074" y="625662"/>
                  </a:lnTo>
                  <a:lnTo>
                    <a:pt x="676757" y="682121"/>
                  </a:lnTo>
                  <a:lnTo>
                    <a:pt x="692853" y="739287"/>
                  </a:lnTo>
                  <a:lnTo>
                    <a:pt x="705596" y="797096"/>
                  </a:lnTo>
                  <a:lnTo>
                    <a:pt x="715221" y="855484"/>
                  </a:lnTo>
                  <a:lnTo>
                    <a:pt x="721960" y="914386"/>
                  </a:lnTo>
                  <a:lnTo>
                    <a:pt x="726048" y="973736"/>
                  </a:lnTo>
                  <a:lnTo>
                    <a:pt x="727718" y="1033472"/>
                  </a:lnTo>
                  <a:lnTo>
                    <a:pt x="727720" y="1063463"/>
                  </a:lnTo>
                  <a:lnTo>
                    <a:pt x="727205" y="1093527"/>
                  </a:lnTo>
                  <a:lnTo>
                    <a:pt x="724742" y="1153838"/>
                  </a:lnTo>
                  <a:lnTo>
                    <a:pt x="720563" y="1214339"/>
                  </a:lnTo>
                  <a:lnTo>
                    <a:pt x="714901" y="1274966"/>
                  </a:lnTo>
                  <a:lnTo>
                    <a:pt x="707991" y="1335655"/>
                  </a:lnTo>
                  <a:lnTo>
                    <a:pt x="700067" y="1396341"/>
                  </a:lnTo>
                  <a:lnTo>
                    <a:pt x="691361" y="1456959"/>
                  </a:lnTo>
                  <a:lnTo>
                    <a:pt x="682109" y="1517444"/>
                  </a:lnTo>
                  <a:lnTo>
                    <a:pt x="672543" y="1577733"/>
                  </a:lnTo>
                  <a:lnTo>
                    <a:pt x="658119" y="1667654"/>
                  </a:lnTo>
                  <a:lnTo>
                    <a:pt x="653408" y="1697460"/>
                  </a:lnTo>
                  <a:lnTo>
                    <a:pt x="644305" y="1756769"/>
                  </a:lnTo>
                  <a:lnTo>
                    <a:pt x="635825" y="1815623"/>
                  </a:lnTo>
                  <a:lnTo>
                    <a:pt x="628201" y="1873956"/>
                  </a:lnTo>
                  <a:lnTo>
                    <a:pt x="621666" y="1931705"/>
                  </a:lnTo>
                  <a:lnTo>
                    <a:pt x="616455" y="1988805"/>
                  </a:lnTo>
                  <a:lnTo>
                    <a:pt x="612801" y="2045190"/>
                  </a:lnTo>
                  <a:lnTo>
                    <a:pt x="610938" y="2100797"/>
                  </a:lnTo>
                  <a:lnTo>
                    <a:pt x="610751" y="2128288"/>
                  </a:lnTo>
                  <a:lnTo>
                    <a:pt x="611100" y="2155560"/>
                  </a:lnTo>
                  <a:lnTo>
                    <a:pt x="613521" y="2209415"/>
                  </a:lnTo>
                  <a:lnTo>
                    <a:pt x="618435" y="2262298"/>
                  </a:lnTo>
                  <a:lnTo>
                    <a:pt x="626075" y="2314144"/>
                  </a:lnTo>
                  <a:lnTo>
                    <a:pt x="636675" y="2364887"/>
                  </a:lnTo>
                  <a:lnTo>
                    <a:pt x="650469" y="2414465"/>
                  </a:lnTo>
                  <a:lnTo>
                    <a:pt x="667691" y="2462811"/>
                  </a:lnTo>
                  <a:lnTo>
                    <a:pt x="688574" y="2509861"/>
                  </a:lnTo>
                  <a:lnTo>
                    <a:pt x="713353" y="2555551"/>
                  </a:lnTo>
                  <a:lnTo>
                    <a:pt x="742262" y="2599817"/>
                  </a:lnTo>
                  <a:lnTo>
                    <a:pt x="775533" y="2642592"/>
                  </a:lnTo>
                  <a:lnTo>
                    <a:pt x="808748" y="2681227"/>
                  </a:lnTo>
                  <a:lnTo>
                    <a:pt x="841989" y="2718773"/>
                  </a:lnTo>
                  <a:lnTo>
                    <a:pt x="875262" y="2755255"/>
                  </a:lnTo>
                  <a:lnTo>
                    <a:pt x="908575" y="2790695"/>
                  </a:lnTo>
                  <a:lnTo>
                    <a:pt x="941934" y="2825118"/>
                  </a:lnTo>
                  <a:lnTo>
                    <a:pt x="975346" y="2858548"/>
                  </a:lnTo>
                  <a:lnTo>
                    <a:pt x="1008817" y="2891007"/>
                  </a:lnTo>
                  <a:lnTo>
                    <a:pt x="1042355" y="2922519"/>
                  </a:lnTo>
                  <a:lnTo>
                    <a:pt x="1075965" y="2953109"/>
                  </a:lnTo>
                  <a:lnTo>
                    <a:pt x="1109656" y="2982800"/>
                  </a:lnTo>
                  <a:lnTo>
                    <a:pt x="1143433" y="3011616"/>
                  </a:lnTo>
                  <a:lnTo>
                    <a:pt x="1177303" y="3039579"/>
                  </a:lnTo>
                  <a:lnTo>
                    <a:pt x="1211273" y="3066715"/>
                  </a:lnTo>
                  <a:lnTo>
                    <a:pt x="1245350" y="3093046"/>
                  </a:lnTo>
                  <a:lnTo>
                    <a:pt x="1279540" y="3118596"/>
                  </a:lnTo>
                  <a:lnTo>
                    <a:pt x="1313851" y="3143389"/>
                  </a:lnTo>
                  <a:lnTo>
                    <a:pt x="1348289" y="3167449"/>
                  </a:lnTo>
                  <a:lnTo>
                    <a:pt x="1382860" y="3190799"/>
                  </a:lnTo>
                  <a:lnTo>
                    <a:pt x="1417572" y="3213462"/>
                  </a:lnTo>
                  <a:lnTo>
                    <a:pt x="1452431" y="3235464"/>
                  </a:lnTo>
                  <a:lnTo>
                    <a:pt x="1487444" y="3256826"/>
                  </a:lnTo>
                  <a:lnTo>
                    <a:pt x="1522618" y="3277573"/>
                  </a:lnTo>
                  <a:lnTo>
                    <a:pt x="1557959" y="3297729"/>
                  </a:lnTo>
                  <a:lnTo>
                    <a:pt x="1593475" y="3317317"/>
                  </a:lnTo>
                  <a:lnTo>
                    <a:pt x="1629171" y="3336361"/>
                  </a:lnTo>
                  <a:lnTo>
                    <a:pt x="1665055" y="3354884"/>
                  </a:lnTo>
                  <a:lnTo>
                    <a:pt x="1701134" y="3372911"/>
                  </a:lnTo>
                  <a:lnTo>
                    <a:pt x="1737413" y="3390464"/>
                  </a:lnTo>
                  <a:lnTo>
                    <a:pt x="1773901" y="3407568"/>
                  </a:lnTo>
                  <a:lnTo>
                    <a:pt x="1810603" y="3424246"/>
                  </a:lnTo>
                  <a:lnTo>
                    <a:pt x="1847526" y="3440522"/>
                  </a:lnTo>
                  <a:lnTo>
                    <a:pt x="1884678" y="3456419"/>
                  </a:lnTo>
                  <a:lnTo>
                    <a:pt x="1921210" y="3471606"/>
                  </a:lnTo>
                  <a:lnTo>
                    <a:pt x="1920969" y="3471518"/>
                  </a:lnTo>
                  <a:lnTo>
                    <a:pt x="1997569" y="3502076"/>
                  </a:lnTo>
                  <a:lnTo>
                    <a:pt x="2074094" y="3531056"/>
                  </a:lnTo>
                  <a:lnTo>
                    <a:pt x="3898317" y="4194275"/>
                  </a:lnTo>
                  <a:lnTo>
                    <a:pt x="0" y="4194275"/>
                  </a:lnTo>
                  <a:close/>
                </a:path>
                <a:path w="3971925" h="4194809">
                  <a:moveTo>
                    <a:pt x="3898317" y="4194275"/>
                  </a:moveTo>
                  <a:lnTo>
                    <a:pt x="2123397" y="3548981"/>
                  </a:lnTo>
                  <a:lnTo>
                    <a:pt x="2230420" y="3586366"/>
                  </a:lnTo>
                  <a:lnTo>
                    <a:pt x="2350745" y="3626277"/>
                  </a:lnTo>
                  <a:lnTo>
                    <a:pt x="2907329" y="3800053"/>
                  </a:lnTo>
                  <a:lnTo>
                    <a:pt x="3186313" y="3890604"/>
                  </a:lnTo>
                  <a:lnTo>
                    <a:pt x="3381090" y="3958231"/>
                  </a:lnTo>
                  <a:lnTo>
                    <a:pt x="3469325" y="3990310"/>
                  </a:lnTo>
                  <a:lnTo>
                    <a:pt x="3635206" y="4053593"/>
                  </a:lnTo>
                  <a:lnTo>
                    <a:pt x="3683590" y="4072788"/>
                  </a:lnTo>
                  <a:lnTo>
                    <a:pt x="3684338" y="4073061"/>
                  </a:lnTo>
                  <a:lnTo>
                    <a:pt x="3793677" y="4117722"/>
                  </a:lnTo>
                  <a:lnTo>
                    <a:pt x="3901936" y="4163748"/>
                  </a:lnTo>
                  <a:lnTo>
                    <a:pt x="3971324" y="4194275"/>
                  </a:lnTo>
                  <a:lnTo>
                    <a:pt x="3898317" y="4194275"/>
                  </a:lnTo>
                  <a:close/>
                </a:path>
              </a:pathLst>
            </a:custGeom>
            <a:solidFill>
              <a:srgbClr val="D98F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523" y="7865201"/>
              <a:ext cx="7208168" cy="242179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0563" y="6323125"/>
              <a:ext cx="95250" cy="9524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0563" y="6723175"/>
              <a:ext cx="95250" cy="952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0563" y="7123225"/>
              <a:ext cx="95250" cy="9524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0563" y="7523275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0563" y="5523025"/>
            <a:ext cx="95250" cy="952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0563" y="5923075"/>
            <a:ext cx="95250" cy="9524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12071" y="4493877"/>
            <a:ext cx="13349605" cy="3228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90">
                <a:solidFill>
                  <a:srgbClr val="EBD97C"/>
                </a:solidFill>
                <a:latin typeface="Arial Black"/>
                <a:cs typeface="Arial Black"/>
              </a:rPr>
              <a:t>Classification</a:t>
            </a:r>
            <a:r>
              <a:rPr dirty="0" sz="4500" spc="-325">
                <a:solidFill>
                  <a:srgbClr val="EBD97C"/>
                </a:solidFill>
                <a:latin typeface="Arial Black"/>
                <a:cs typeface="Arial Black"/>
              </a:rPr>
              <a:t> </a:t>
            </a:r>
            <a:r>
              <a:rPr dirty="0" sz="4500" spc="-385">
                <a:solidFill>
                  <a:srgbClr val="EBD97C"/>
                </a:solidFill>
                <a:latin typeface="Arial Black"/>
                <a:cs typeface="Arial Black"/>
              </a:rPr>
              <a:t>avec</a:t>
            </a:r>
            <a:r>
              <a:rPr dirty="0" sz="4500" spc="-325">
                <a:solidFill>
                  <a:srgbClr val="EBD97C"/>
                </a:solidFill>
                <a:latin typeface="Arial Black"/>
                <a:cs typeface="Arial Black"/>
              </a:rPr>
              <a:t> </a:t>
            </a:r>
            <a:r>
              <a:rPr dirty="0" sz="4500" spc="-270">
                <a:solidFill>
                  <a:srgbClr val="EBD97C"/>
                </a:solidFill>
                <a:latin typeface="Arial Black"/>
                <a:cs typeface="Arial Black"/>
              </a:rPr>
              <a:t>apprentissage</a:t>
            </a:r>
            <a:r>
              <a:rPr dirty="0" sz="4500" spc="-325">
                <a:solidFill>
                  <a:srgbClr val="EBD97C"/>
                </a:solidFill>
                <a:latin typeface="Arial Black"/>
                <a:cs typeface="Arial Black"/>
              </a:rPr>
              <a:t> </a:t>
            </a:r>
            <a:r>
              <a:rPr dirty="0" sz="4500" spc="-95">
                <a:solidFill>
                  <a:srgbClr val="EBD97C"/>
                </a:solidFill>
                <a:latin typeface="Arial Black"/>
                <a:cs typeface="Arial Black"/>
              </a:rPr>
              <a:t>automatique</a:t>
            </a:r>
            <a:endParaRPr sz="4500">
              <a:latin typeface="Arial Black"/>
              <a:cs typeface="Arial Black"/>
            </a:endParaRPr>
          </a:p>
          <a:p>
            <a:pPr marL="321945" marR="7201534">
              <a:lnSpc>
                <a:spcPct val="125000"/>
              </a:lnSpc>
              <a:spcBef>
                <a:spcPts val="919"/>
              </a:spcBef>
            </a:pPr>
            <a:r>
              <a:rPr dirty="0" sz="2100">
                <a:latin typeface="Trebuchet MS"/>
                <a:cs typeface="Trebuchet MS"/>
              </a:rPr>
              <a:t>Vectorisation</a:t>
            </a:r>
            <a:r>
              <a:rPr dirty="0" sz="2100" spc="10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TF-IDF</a:t>
            </a:r>
            <a:r>
              <a:rPr dirty="0" sz="2100" spc="15">
                <a:latin typeface="Trebuchet MS"/>
                <a:cs typeface="Trebuchet MS"/>
              </a:rPr>
              <a:t> </a:t>
            </a:r>
            <a:r>
              <a:rPr dirty="0" sz="2100" spc="95">
                <a:latin typeface="Trebuchet MS"/>
                <a:cs typeface="Trebuchet MS"/>
              </a:rPr>
              <a:t>des</a:t>
            </a:r>
            <a:r>
              <a:rPr dirty="0" sz="2100" spc="10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textes</a:t>
            </a:r>
            <a:r>
              <a:rPr dirty="0" sz="2100" spc="15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(5000</a:t>
            </a:r>
            <a:r>
              <a:rPr dirty="0" sz="2100" spc="15">
                <a:latin typeface="Trebuchet MS"/>
                <a:cs typeface="Trebuchet MS"/>
              </a:rPr>
              <a:t> </a:t>
            </a:r>
            <a:r>
              <a:rPr dirty="0" sz="2100" spc="-10">
                <a:latin typeface="Trebuchet MS"/>
                <a:cs typeface="Trebuchet MS"/>
              </a:rPr>
              <a:t>features). </a:t>
            </a:r>
            <a:r>
              <a:rPr dirty="0" sz="2100" spc="105">
                <a:latin typeface="Trebuchet MS"/>
                <a:cs typeface="Trebuchet MS"/>
              </a:rPr>
              <a:t>Modèles</a:t>
            </a:r>
            <a:r>
              <a:rPr dirty="0" sz="2100" spc="-25">
                <a:latin typeface="Trebuchet MS"/>
                <a:cs typeface="Trebuchet MS"/>
              </a:rPr>
              <a:t> </a:t>
            </a:r>
            <a:r>
              <a:rPr dirty="0" sz="2100">
                <a:latin typeface="Trebuchet MS"/>
                <a:cs typeface="Trebuchet MS"/>
              </a:rPr>
              <a:t>testés</a:t>
            </a:r>
            <a:r>
              <a:rPr dirty="0" sz="2100" spc="-25">
                <a:latin typeface="Trebuchet MS"/>
                <a:cs typeface="Trebuchet MS"/>
              </a:rPr>
              <a:t> </a:t>
            </a:r>
            <a:r>
              <a:rPr dirty="0" sz="2100" spc="-50">
                <a:latin typeface="Trebuchet MS"/>
                <a:cs typeface="Trebuchet MS"/>
              </a:rPr>
              <a:t>:</a:t>
            </a:r>
            <a:endParaRPr sz="2100">
              <a:latin typeface="Trebuchet MS"/>
              <a:cs typeface="Trebuchet MS"/>
            </a:endParaRPr>
          </a:p>
          <a:p>
            <a:pPr marL="321945" marR="10305415">
              <a:lnSpc>
                <a:spcPct val="125000"/>
              </a:lnSpc>
            </a:pPr>
            <a:r>
              <a:rPr dirty="0" sz="2100" spc="50">
                <a:latin typeface="Trebuchet MS"/>
                <a:cs typeface="Trebuchet MS"/>
              </a:rPr>
              <a:t>Naive</a:t>
            </a:r>
            <a:r>
              <a:rPr dirty="0" sz="2100" spc="-80">
                <a:latin typeface="Trebuchet MS"/>
                <a:cs typeface="Trebuchet MS"/>
              </a:rPr>
              <a:t> </a:t>
            </a:r>
            <a:r>
              <a:rPr dirty="0" sz="2100" spc="75">
                <a:latin typeface="Trebuchet MS"/>
                <a:cs typeface="Trebuchet MS"/>
              </a:rPr>
              <a:t>Bayes </a:t>
            </a:r>
            <a:r>
              <a:rPr dirty="0" sz="2100" spc="65">
                <a:latin typeface="Trebuchet MS"/>
                <a:cs typeface="Trebuchet MS"/>
              </a:rPr>
              <a:t>Régression</a:t>
            </a:r>
            <a:r>
              <a:rPr dirty="0" sz="2100" spc="-45">
                <a:latin typeface="Trebuchet MS"/>
                <a:cs typeface="Trebuchet MS"/>
              </a:rPr>
              <a:t> </a:t>
            </a:r>
            <a:r>
              <a:rPr dirty="0" sz="2100" spc="-10">
                <a:latin typeface="Trebuchet MS"/>
                <a:cs typeface="Trebuchet MS"/>
              </a:rPr>
              <a:t>Logistique </a:t>
            </a:r>
            <a:r>
              <a:rPr dirty="0" sz="2100" spc="185">
                <a:latin typeface="Trebuchet MS"/>
                <a:cs typeface="Trebuchet MS"/>
              </a:rPr>
              <a:t>SVM</a:t>
            </a:r>
            <a:r>
              <a:rPr dirty="0" sz="2100" spc="-85">
                <a:latin typeface="Trebuchet MS"/>
                <a:cs typeface="Trebuchet MS"/>
              </a:rPr>
              <a:t> </a:t>
            </a:r>
            <a:r>
              <a:rPr dirty="0" sz="2100" spc="-10">
                <a:latin typeface="Trebuchet MS"/>
                <a:cs typeface="Trebuchet MS"/>
              </a:rPr>
              <a:t>Linéaire</a:t>
            </a:r>
            <a:endParaRPr sz="2100">
              <a:latin typeface="Trebuchet MS"/>
              <a:cs typeface="Trebuchet MS"/>
            </a:endParaRPr>
          </a:p>
          <a:p>
            <a:pPr marL="321945">
              <a:lnSpc>
                <a:spcPct val="100000"/>
              </a:lnSpc>
              <a:spcBef>
                <a:spcPts val="630"/>
              </a:spcBef>
            </a:pPr>
            <a:r>
              <a:rPr dirty="0" sz="2100">
                <a:latin typeface="Trebuchet MS"/>
                <a:cs typeface="Trebuchet MS"/>
              </a:rPr>
              <a:t>Entraînement</a:t>
            </a:r>
            <a:r>
              <a:rPr dirty="0" sz="2100" spc="40">
                <a:latin typeface="Trebuchet MS"/>
                <a:cs typeface="Trebuchet MS"/>
              </a:rPr>
              <a:t> </a:t>
            </a:r>
            <a:r>
              <a:rPr dirty="0" sz="2100" spc="100">
                <a:latin typeface="Trebuchet MS"/>
                <a:cs typeface="Trebuchet MS"/>
              </a:rPr>
              <a:t>sur</a:t>
            </a:r>
            <a:r>
              <a:rPr dirty="0" sz="2100" spc="45">
                <a:latin typeface="Trebuchet MS"/>
                <a:cs typeface="Trebuchet MS"/>
              </a:rPr>
              <a:t> </a:t>
            </a:r>
            <a:r>
              <a:rPr dirty="0" sz="2100" spc="215">
                <a:latin typeface="Trebuchet MS"/>
                <a:cs typeface="Trebuchet MS"/>
              </a:rPr>
              <a:t>80%</a:t>
            </a:r>
            <a:r>
              <a:rPr dirty="0" sz="2100" spc="45">
                <a:latin typeface="Trebuchet MS"/>
                <a:cs typeface="Trebuchet MS"/>
              </a:rPr>
              <a:t> </a:t>
            </a:r>
            <a:r>
              <a:rPr dirty="0" sz="2100" spc="114">
                <a:latin typeface="Trebuchet MS"/>
                <a:cs typeface="Trebuchet MS"/>
              </a:rPr>
              <a:t>du</a:t>
            </a:r>
            <a:r>
              <a:rPr dirty="0" sz="2100" spc="45">
                <a:latin typeface="Trebuchet MS"/>
                <a:cs typeface="Trebuchet MS"/>
              </a:rPr>
              <a:t> </a:t>
            </a:r>
            <a:r>
              <a:rPr dirty="0" sz="2100" spc="-10">
                <a:latin typeface="Trebuchet MS"/>
                <a:cs typeface="Trebuchet MS"/>
              </a:rPr>
              <a:t>dataset.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632704" y="1932013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45897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704" y="5135541"/>
            <a:ext cx="13306424" cy="50577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9819" y="1239894"/>
            <a:ext cx="7243445" cy="1735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250"/>
              </a:lnSpc>
              <a:spcBef>
                <a:spcPts val="100"/>
              </a:spcBef>
            </a:pPr>
            <a:r>
              <a:rPr dirty="0" spc="270"/>
              <a:t>Résultats</a:t>
            </a:r>
            <a:r>
              <a:rPr dirty="0" spc="660"/>
              <a:t> </a:t>
            </a:r>
            <a:r>
              <a:rPr dirty="0" spc="665"/>
              <a:t>ML</a:t>
            </a:r>
          </a:p>
          <a:p>
            <a:pPr marL="86360">
              <a:lnSpc>
                <a:spcPts val="4210"/>
              </a:lnSpc>
            </a:pPr>
            <a:r>
              <a:rPr dirty="0" sz="3700" spc="-215" b="0">
                <a:solidFill>
                  <a:srgbClr val="458978"/>
                </a:solidFill>
                <a:latin typeface="Arial Black"/>
                <a:cs typeface="Arial Black"/>
              </a:rPr>
              <a:t>Performances</a:t>
            </a:r>
            <a:r>
              <a:rPr dirty="0" sz="3700" spc="-245" b="0">
                <a:solidFill>
                  <a:srgbClr val="458978"/>
                </a:solidFill>
                <a:latin typeface="Arial Black"/>
                <a:cs typeface="Arial Black"/>
              </a:rPr>
              <a:t> </a:t>
            </a:r>
            <a:r>
              <a:rPr dirty="0" sz="3700" spc="-290" b="0">
                <a:solidFill>
                  <a:srgbClr val="458978"/>
                </a:solidFill>
                <a:latin typeface="Arial Black"/>
                <a:cs typeface="Arial Black"/>
              </a:rPr>
              <a:t>des</a:t>
            </a:r>
            <a:r>
              <a:rPr dirty="0" sz="3700" spc="-245" b="0">
                <a:solidFill>
                  <a:srgbClr val="458978"/>
                </a:solidFill>
                <a:latin typeface="Arial Black"/>
                <a:cs typeface="Arial Black"/>
              </a:rPr>
              <a:t> </a:t>
            </a:r>
            <a:r>
              <a:rPr dirty="0" sz="3700" spc="-220" b="0">
                <a:solidFill>
                  <a:srgbClr val="458978"/>
                </a:solidFill>
                <a:latin typeface="Arial Black"/>
                <a:cs typeface="Arial Black"/>
              </a:rPr>
              <a:t>modèles</a:t>
            </a:r>
            <a:r>
              <a:rPr dirty="0" sz="3700" spc="-240" b="0">
                <a:solidFill>
                  <a:srgbClr val="458978"/>
                </a:solidFill>
                <a:latin typeface="Arial Black"/>
                <a:cs typeface="Arial Black"/>
              </a:rPr>
              <a:t> </a:t>
            </a:r>
            <a:r>
              <a:rPr dirty="0" sz="3700" spc="-25" b="0">
                <a:solidFill>
                  <a:srgbClr val="458978"/>
                </a:solidFill>
                <a:latin typeface="Arial Black"/>
                <a:cs typeface="Arial Black"/>
              </a:rPr>
              <a:t>ML</a:t>
            </a:r>
            <a:endParaRPr sz="3700">
              <a:latin typeface="Arial Black"/>
              <a:cs typeface="Arial Black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650704" y="3097191"/>
          <a:ext cx="7875270" cy="190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/>
                <a:gridCol w="1947545"/>
                <a:gridCol w="1947544"/>
                <a:gridCol w="1947545"/>
              </a:tblGrid>
              <a:tr h="47561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65">
                          <a:latin typeface="Trebuchet MS"/>
                          <a:cs typeface="Trebuchet MS"/>
                        </a:rPr>
                        <a:t>Modèle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Accuracy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F1-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score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60">
                          <a:latin typeface="Trebuchet MS"/>
                          <a:cs typeface="Trebuchet MS"/>
                        </a:rPr>
                        <a:t>Temps</a:t>
                      </a:r>
                      <a:r>
                        <a:rPr dirty="0" sz="15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prédiction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Naive</a:t>
                      </a:r>
                      <a:r>
                        <a:rPr dirty="0" sz="1500" spc="1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50">
                          <a:latin typeface="Trebuchet MS"/>
                          <a:cs typeface="Trebuchet MS"/>
                        </a:rPr>
                        <a:t>Bayes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0.85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0.84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&lt;0.1s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Logistic</a:t>
                      </a:r>
                      <a:r>
                        <a:rPr dirty="0" sz="15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45">
                          <a:latin typeface="Trebuchet MS"/>
                          <a:cs typeface="Trebuchet MS"/>
                        </a:rPr>
                        <a:t>Regression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0.92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0.91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&lt;0.1s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Linear</a:t>
                      </a:r>
                      <a:r>
                        <a:rPr dirty="0" sz="1500" spc="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25">
                          <a:latin typeface="Trebuchet MS"/>
                          <a:cs typeface="Trebuchet MS"/>
                        </a:rPr>
                        <a:t>SVC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0.94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0.93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&lt;0.1s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1874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64556" y="2035055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4" h="264794">
                <a:moveTo>
                  <a:pt x="132336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6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6" y="264674"/>
                </a:lnTo>
                <a:close/>
              </a:path>
            </a:pathLst>
          </a:custGeom>
          <a:solidFill>
            <a:srgbClr val="D6DA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209" y="3381081"/>
            <a:ext cx="8905874" cy="66770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3606" y="1104227"/>
            <a:ext cx="11544300" cy="199263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165"/>
              </a:spcBef>
            </a:pPr>
            <a:r>
              <a:rPr dirty="0" spc="520"/>
              <a:t>Comparaison</a:t>
            </a:r>
            <a:r>
              <a:rPr dirty="0" spc="655"/>
              <a:t> </a:t>
            </a:r>
            <a:r>
              <a:rPr dirty="0" spc="500"/>
              <a:t>globale</a:t>
            </a: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3700" spc="-270" b="0">
                <a:solidFill>
                  <a:srgbClr val="D6DA20"/>
                </a:solidFill>
                <a:latin typeface="Arial Black"/>
                <a:cs typeface="Arial Black"/>
              </a:rPr>
              <a:t>LLM </a:t>
            </a:r>
            <a:r>
              <a:rPr dirty="0" sz="3700" spc="-300" b="0">
                <a:solidFill>
                  <a:srgbClr val="D6DA20"/>
                </a:solidFill>
                <a:latin typeface="Arial Black"/>
                <a:cs typeface="Arial Black"/>
              </a:rPr>
              <a:t>vs</a:t>
            </a:r>
            <a:r>
              <a:rPr dirty="0" sz="3700" spc="-265" b="0">
                <a:solidFill>
                  <a:srgbClr val="D6DA20"/>
                </a:solidFill>
                <a:latin typeface="Arial Black"/>
                <a:cs typeface="Arial Black"/>
              </a:rPr>
              <a:t> </a:t>
            </a:r>
            <a:r>
              <a:rPr dirty="0" sz="3700" spc="-204" b="0">
                <a:solidFill>
                  <a:srgbClr val="D6DA20"/>
                </a:solidFill>
                <a:latin typeface="Arial Black"/>
                <a:cs typeface="Arial Black"/>
              </a:rPr>
              <a:t>ML</a:t>
            </a:r>
            <a:r>
              <a:rPr dirty="0" sz="3700" spc="-265" b="0">
                <a:solidFill>
                  <a:srgbClr val="D6DA20"/>
                </a:solidFill>
                <a:latin typeface="Arial Black"/>
                <a:cs typeface="Arial Black"/>
              </a:rPr>
              <a:t> </a:t>
            </a:r>
            <a:r>
              <a:rPr dirty="0" sz="3700" b="0">
                <a:solidFill>
                  <a:srgbClr val="D6DA20"/>
                </a:solidFill>
                <a:latin typeface="Arial Black"/>
                <a:cs typeface="Arial Black"/>
              </a:rPr>
              <a:t>–</a:t>
            </a:r>
            <a:r>
              <a:rPr dirty="0" sz="3700" spc="-270" b="0">
                <a:solidFill>
                  <a:srgbClr val="D6DA20"/>
                </a:solidFill>
                <a:latin typeface="Arial Black"/>
                <a:cs typeface="Arial Black"/>
              </a:rPr>
              <a:t> </a:t>
            </a:r>
            <a:r>
              <a:rPr dirty="0" sz="3700" spc="-250" b="0">
                <a:solidFill>
                  <a:srgbClr val="D6DA20"/>
                </a:solidFill>
                <a:latin typeface="Arial Black"/>
                <a:cs typeface="Arial Black"/>
              </a:rPr>
              <a:t>Synthèse</a:t>
            </a:r>
            <a:r>
              <a:rPr dirty="0" sz="3700" spc="-265" b="0">
                <a:solidFill>
                  <a:srgbClr val="D6DA20"/>
                </a:solidFill>
                <a:latin typeface="Arial Black"/>
                <a:cs typeface="Arial Black"/>
              </a:rPr>
              <a:t> </a:t>
            </a:r>
            <a:r>
              <a:rPr dirty="0" sz="3700" spc="-85" b="0">
                <a:solidFill>
                  <a:srgbClr val="D6DA20"/>
                </a:solidFill>
                <a:latin typeface="Arial Black"/>
                <a:cs typeface="Arial Black"/>
              </a:rPr>
              <a:t>comparative</a:t>
            </a:r>
            <a:endParaRPr sz="3700">
              <a:latin typeface="Arial Black"/>
              <a:cs typeface="Arial Black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472519" y="3381081"/>
          <a:ext cx="5972810" cy="666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150"/>
                <a:gridCol w="1962150"/>
                <a:gridCol w="1962150"/>
              </a:tblGrid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Critère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100">
                          <a:latin typeface="Trebuchet MS"/>
                          <a:cs typeface="Trebuchet MS"/>
                        </a:rPr>
                        <a:t>LLM</a:t>
                      </a:r>
                      <a:r>
                        <a:rPr dirty="0" sz="15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(Mistral)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145">
                          <a:latin typeface="Trebuchet MS"/>
                          <a:cs typeface="Trebuchet MS"/>
                        </a:rPr>
                        <a:t>ML</a:t>
                      </a:r>
                      <a:r>
                        <a:rPr dirty="0" sz="15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classique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marL="80645" marR="840740">
                        <a:lnSpc>
                          <a:spcPct val="116700"/>
                        </a:lnSpc>
                        <a:spcBef>
                          <a:spcPts val="1460"/>
                        </a:spcBef>
                      </a:pPr>
                      <a:r>
                        <a:rPr dirty="0" sz="1500" spc="75">
                          <a:latin typeface="Trebuchet MS"/>
                          <a:cs typeface="Trebuchet MS"/>
                        </a:rPr>
                        <a:t>Données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nécessaires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854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55">
                          <a:latin typeface="Trebuchet MS"/>
                          <a:cs typeface="Trebuchet MS"/>
                        </a:rPr>
                        <a:t>Aucune</a:t>
                      </a:r>
                      <a:r>
                        <a:rPr dirty="0" sz="15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>
                          <a:latin typeface="Trebuchet MS"/>
                          <a:cs typeface="Trebuchet MS"/>
                        </a:rPr>
                        <a:t>(zéro-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shot)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85">
                          <a:latin typeface="Trebuchet MS"/>
                          <a:cs typeface="Trebuchet MS"/>
                        </a:rPr>
                        <a:t>Données</a:t>
                      </a:r>
                      <a:r>
                        <a:rPr dirty="0" sz="15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étiquetées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Performance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70">
                          <a:latin typeface="Trebuchet MS"/>
                          <a:cs typeface="Trebuchet MS"/>
                        </a:rPr>
                        <a:t>Bonne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Excellente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60">
                          <a:latin typeface="Trebuchet MS"/>
                          <a:cs typeface="Trebuchet MS"/>
                        </a:rPr>
                        <a:t>Temps</a:t>
                      </a:r>
                      <a:r>
                        <a:rPr dirty="0" sz="15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 calcul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Lent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Très</a:t>
                      </a:r>
                      <a:r>
                        <a:rPr dirty="0" sz="15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rapide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20">
                          <a:latin typeface="Trebuchet MS"/>
                          <a:cs typeface="Trebuchet MS"/>
                        </a:rPr>
                        <a:t>Coût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API</a:t>
                      </a:r>
                      <a:r>
                        <a:rPr dirty="0" sz="1500" spc="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payante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Gratuit</a:t>
                      </a:r>
                      <a:r>
                        <a:rPr dirty="0" sz="15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(local)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Maintenance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Simple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658495">
                        <a:lnSpc>
                          <a:spcPct val="116700"/>
                        </a:lnSpc>
                        <a:spcBef>
                          <a:spcPts val="1460"/>
                        </a:spcBef>
                      </a:pPr>
                      <a:r>
                        <a:rPr dirty="0" sz="1500">
                          <a:latin typeface="Trebuchet MS"/>
                          <a:cs typeface="Trebuchet MS"/>
                        </a:rPr>
                        <a:t>Requiert</a:t>
                      </a:r>
                      <a:r>
                        <a:rPr dirty="0" sz="1500" spc="10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65">
                          <a:latin typeface="Trebuchet MS"/>
                          <a:cs typeface="Trebuchet MS"/>
                        </a:rPr>
                        <a:t>un </a:t>
                      </a:r>
                      <a:r>
                        <a:rPr dirty="0" sz="1500" spc="-10">
                          <a:latin typeface="Trebuchet MS"/>
                          <a:cs typeface="Trebuchet MS"/>
                        </a:rPr>
                        <a:t>entraînement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8542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Interprétabilité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80">
                          <a:latin typeface="Trebuchet MS"/>
                          <a:cs typeface="Trebuchet MS"/>
                        </a:rPr>
                        <a:t>Moyenne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500" spc="-10">
                          <a:latin typeface="Trebuchet MS"/>
                          <a:cs typeface="Trebuchet MS"/>
                        </a:rPr>
                        <a:t>Élevée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162642" y="1858821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4" h="264794">
                <a:moveTo>
                  <a:pt x="132336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6" y="0"/>
                </a:lnTo>
                <a:lnTo>
                  <a:pt x="174165" y="6746"/>
                </a:lnTo>
                <a:lnTo>
                  <a:pt x="210493" y="25533"/>
                </a:lnTo>
                <a:lnTo>
                  <a:pt x="239140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0" y="210493"/>
                </a:lnTo>
                <a:lnTo>
                  <a:pt x="210493" y="239140"/>
                </a:lnTo>
                <a:lnTo>
                  <a:pt x="174165" y="257927"/>
                </a:lnTo>
                <a:lnTo>
                  <a:pt x="132336" y="26467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9819" y="1075086"/>
            <a:ext cx="5993765" cy="1229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70"/>
              <a:t>Conclusion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160" y="5155450"/>
            <a:ext cx="114300" cy="1142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766711" y="4922342"/>
            <a:ext cx="734250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>
                <a:latin typeface="Trebuchet MS"/>
                <a:cs typeface="Trebuchet MS"/>
              </a:rPr>
              <a:t>Le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90">
                <a:latin typeface="Trebuchet MS"/>
                <a:cs typeface="Trebuchet MS"/>
              </a:rPr>
              <a:t>LLM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reste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pertinent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35">
                <a:latin typeface="Trebuchet MS"/>
                <a:cs typeface="Trebuchet MS"/>
              </a:rPr>
              <a:t>pour</a:t>
            </a:r>
            <a:r>
              <a:rPr dirty="0" sz="2550" spc="-15">
                <a:latin typeface="Trebuchet MS"/>
                <a:cs typeface="Trebuchet MS"/>
              </a:rPr>
              <a:t> </a:t>
            </a:r>
            <a:r>
              <a:rPr dirty="0" sz="2550" spc="125">
                <a:latin typeface="Trebuchet MS"/>
                <a:cs typeface="Trebuchet MS"/>
              </a:rPr>
              <a:t>des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cas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25">
                <a:latin typeface="Trebuchet MS"/>
                <a:cs typeface="Trebuchet MS"/>
              </a:rPr>
              <a:t>ambigus</a:t>
            </a:r>
            <a:r>
              <a:rPr dirty="0" sz="2550" spc="-20">
                <a:latin typeface="Trebuchet MS"/>
                <a:cs typeface="Trebuchet MS"/>
              </a:rPr>
              <a:t> </a:t>
            </a:r>
            <a:r>
              <a:rPr dirty="0" sz="2550" spc="155">
                <a:latin typeface="Trebuchet MS"/>
                <a:cs typeface="Trebuchet MS"/>
              </a:rPr>
              <a:t>ou </a:t>
            </a:r>
            <a:r>
              <a:rPr dirty="0" sz="2550" spc="150">
                <a:latin typeface="Trebuchet MS"/>
                <a:cs typeface="Trebuchet MS"/>
              </a:rPr>
              <a:t>sans</a:t>
            </a:r>
            <a:r>
              <a:rPr dirty="0" sz="2550" spc="-114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jeu</a:t>
            </a:r>
            <a:r>
              <a:rPr dirty="0" sz="2550" spc="-11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de</a:t>
            </a:r>
            <a:r>
              <a:rPr dirty="0" sz="2550" spc="-110">
                <a:latin typeface="Trebuchet MS"/>
                <a:cs typeface="Trebuchet MS"/>
              </a:rPr>
              <a:t> </a:t>
            </a:r>
            <a:r>
              <a:rPr dirty="0" sz="2550" spc="135">
                <a:latin typeface="Trebuchet MS"/>
                <a:cs typeface="Trebuchet MS"/>
              </a:rPr>
              <a:t>données</a:t>
            </a:r>
            <a:r>
              <a:rPr dirty="0" sz="2550" spc="-114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initial</a:t>
            </a:r>
            <a:endParaRPr sz="255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160" y="6527050"/>
            <a:ext cx="114300" cy="1142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766711" y="6293942"/>
            <a:ext cx="681545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 spc="55">
                <a:latin typeface="Trebuchet MS"/>
                <a:cs typeface="Trebuchet MS"/>
              </a:rPr>
              <a:t>Peut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servir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de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modèle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de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110">
                <a:latin typeface="Trebuchet MS"/>
                <a:cs typeface="Trebuchet MS"/>
              </a:rPr>
              <a:t>secours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180">
                <a:latin typeface="Trebuchet MS"/>
                <a:cs typeface="Trebuchet MS"/>
              </a:rPr>
              <a:t>ou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95">
                <a:latin typeface="Trebuchet MS"/>
                <a:cs typeface="Trebuchet MS"/>
              </a:rPr>
              <a:t>de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fine- </a:t>
            </a:r>
            <a:r>
              <a:rPr dirty="0" sz="2550" spc="75">
                <a:latin typeface="Trebuchet MS"/>
                <a:cs typeface="Trebuchet MS"/>
              </a:rPr>
              <a:t>tuning</a:t>
            </a:r>
            <a:r>
              <a:rPr dirty="0" sz="2550" spc="-10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ultérieur</a:t>
            </a:r>
            <a:endParaRPr sz="255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694" y="5155450"/>
            <a:ext cx="114300" cy="1142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15246" y="4922342"/>
            <a:ext cx="654494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 spc="90">
                <a:latin typeface="Trebuchet MS"/>
                <a:cs typeface="Trebuchet MS"/>
              </a:rPr>
              <a:t>Performances</a:t>
            </a:r>
            <a:r>
              <a:rPr dirty="0" sz="2550" spc="-60">
                <a:latin typeface="Trebuchet MS"/>
                <a:cs typeface="Trebuchet MS"/>
              </a:rPr>
              <a:t> </a:t>
            </a:r>
            <a:r>
              <a:rPr dirty="0" sz="2550" spc="90">
                <a:latin typeface="Trebuchet MS"/>
                <a:cs typeface="Trebuchet MS"/>
              </a:rPr>
              <a:t>supérieures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135">
                <a:latin typeface="Trebuchet MS"/>
                <a:cs typeface="Trebuchet MS"/>
              </a:rPr>
              <a:t>sur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les</a:t>
            </a:r>
            <a:r>
              <a:rPr dirty="0" sz="2550" spc="-55">
                <a:latin typeface="Trebuchet MS"/>
                <a:cs typeface="Trebuchet MS"/>
              </a:rPr>
              <a:t> </a:t>
            </a:r>
            <a:r>
              <a:rPr dirty="0" sz="2550" spc="125">
                <a:latin typeface="Trebuchet MS"/>
                <a:cs typeface="Trebuchet MS"/>
              </a:rPr>
              <a:t>données </a:t>
            </a:r>
            <a:r>
              <a:rPr dirty="0" sz="2550" spc="70">
                <a:latin typeface="Trebuchet MS"/>
                <a:cs typeface="Trebuchet MS"/>
              </a:rPr>
              <a:t>disponibles</a:t>
            </a:r>
            <a:endParaRPr sz="255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694" y="6527050"/>
            <a:ext cx="114300" cy="1142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015246" y="6359093"/>
            <a:ext cx="339852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00">
                <a:latin typeface="Trebuchet MS"/>
                <a:cs typeface="Trebuchet MS"/>
              </a:rPr>
              <a:t>Coûts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105">
                <a:latin typeface="Trebuchet MS"/>
                <a:cs typeface="Trebuchet MS"/>
              </a:rPr>
              <a:t>nuls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d’inférence</a:t>
            </a:r>
            <a:endParaRPr sz="2550">
              <a:latin typeface="Trebuchet MS"/>
              <a:cs typeface="Trebuchet M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694" y="7441450"/>
            <a:ext cx="114300" cy="1142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694" y="8813050"/>
            <a:ext cx="114300" cy="1142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015246" y="7208342"/>
            <a:ext cx="6623684" cy="2311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2550" spc="45">
                <a:latin typeface="Trebuchet MS"/>
                <a:cs typeface="Trebuchet MS"/>
              </a:rPr>
              <a:t>Intégration</a:t>
            </a:r>
            <a:r>
              <a:rPr dirty="0" sz="2550" spc="-85">
                <a:latin typeface="Trebuchet MS"/>
                <a:cs typeface="Trebuchet MS"/>
              </a:rPr>
              <a:t> </a:t>
            </a:r>
            <a:r>
              <a:rPr dirty="0" sz="2550" spc="70">
                <a:latin typeface="Trebuchet MS"/>
                <a:cs typeface="Trebuchet MS"/>
              </a:rPr>
              <a:t>simple</a:t>
            </a:r>
            <a:r>
              <a:rPr dirty="0" sz="2550" spc="-80">
                <a:latin typeface="Trebuchet MS"/>
                <a:cs typeface="Trebuchet MS"/>
              </a:rPr>
              <a:t> </a:t>
            </a:r>
            <a:r>
              <a:rPr dirty="0" sz="2550" spc="140">
                <a:latin typeface="Trebuchet MS"/>
                <a:cs typeface="Trebuchet MS"/>
              </a:rPr>
              <a:t>dans</a:t>
            </a:r>
            <a:r>
              <a:rPr dirty="0" sz="2550" spc="-85">
                <a:latin typeface="Trebuchet MS"/>
                <a:cs typeface="Trebuchet MS"/>
              </a:rPr>
              <a:t> </a:t>
            </a:r>
            <a:r>
              <a:rPr dirty="0" sz="2550" spc="80">
                <a:latin typeface="Trebuchet MS"/>
                <a:cs typeface="Trebuchet MS"/>
              </a:rPr>
              <a:t>ZenAssist</a:t>
            </a:r>
            <a:r>
              <a:rPr dirty="0" sz="2550" spc="-80">
                <a:latin typeface="Trebuchet MS"/>
                <a:cs typeface="Trebuchet MS"/>
              </a:rPr>
              <a:t> </a:t>
            </a:r>
            <a:r>
              <a:rPr dirty="0" sz="2550" spc="40">
                <a:latin typeface="Trebuchet MS"/>
                <a:cs typeface="Trebuchet MS"/>
              </a:rPr>
              <a:t>(backend </a:t>
            </a:r>
            <a:r>
              <a:rPr dirty="0" sz="2550" spc="90">
                <a:latin typeface="Trebuchet MS"/>
                <a:cs typeface="Trebuchet MS"/>
              </a:rPr>
              <a:t>Python</a:t>
            </a:r>
            <a:r>
              <a:rPr dirty="0" sz="2550" spc="-90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existant)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550">
              <a:latin typeface="Trebuchet MS"/>
              <a:cs typeface="Trebuchet MS"/>
            </a:endParaRPr>
          </a:p>
          <a:p>
            <a:pPr marL="12700" marR="379095">
              <a:lnSpc>
                <a:spcPct val="117600"/>
              </a:lnSpc>
            </a:pPr>
            <a:r>
              <a:rPr dirty="0" sz="2550" spc="60">
                <a:latin typeface="Trebuchet MS"/>
                <a:cs typeface="Trebuchet MS"/>
              </a:rPr>
              <a:t>Contrôle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total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155">
                <a:latin typeface="Trebuchet MS"/>
                <a:cs typeface="Trebuchet MS"/>
              </a:rPr>
              <a:t>du</a:t>
            </a:r>
            <a:r>
              <a:rPr dirty="0" sz="2550" spc="-40">
                <a:latin typeface="Trebuchet MS"/>
                <a:cs typeface="Trebuchet MS"/>
              </a:rPr>
              <a:t> </a:t>
            </a:r>
            <a:r>
              <a:rPr dirty="0" sz="2550">
                <a:latin typeface="Trebuchet MS"/>
                <a:cs typeface="Trebuchet MS"/>
              </a:rPr>
              <a:t>pipeline</a:t>
            </a:r>
            <a:r>
              <a:rPr dirty="0" sz="2550" spc="-45">
                <a:latin typeface="Trebuchet MS"/>
                <a:cs typeface="Trebuchet MS"/>
              </a:rPr>
              <a:t> </a:t>
            </a:r>
            <a:r>
              <a:rPr dirty="0" sz="2550" spc="-10">
                <a:latin typeface="Trebuchet MS"/>
                <a:cs typeface="Trebuchet MS"/>
              </a:rPr>
              <a:t>(entraînement, </a:t>
            </a:r>
            <a:r>
              <a:rPr dirty="0" sz="2550" spc="50">
                <a:latin typeface="Trebuchet MS"/>
                <a:cs typeface="Trebuchet MS"/>
              </a:rPr>
              <a:t>monitoring)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93214" y="2149847"/>
            <a:ext cx="16021050" cy="2341245"/>
          </a:xfrm>
          <a:prstGeom prst="rect">
            <a:avLst/>
          </a:prstGeom>
        </p:spPr>
        <p:txBody>
          <a:bodyPr wrap="square" lIns="0" tIns="205104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1614"/>
              </a:spcBef>
            </a:pPr>
            <a:r>
              <a:rPr dirty="0" sz="3700" spc="-200">
                <a:solidFill>
                  <a:srgbClr val="D9D9D9"/>
                </a:solidFill>
                <a:latin typeface="Arial Black"/>
                <a:cs typeface="Arial Black"/>
              </a:rPr>
              <a:t>Recommandation</a:t>
            </a:r>
            <a:r>
              <a:rPr dirty="0" sz="3700" spc="-235">
                <a:solidFill>
                  <a:srgbClr val="D9D9D9"/>
                </a:solidFill>
                <a:latin typeface="Arial Black"/>
                <a:cs typeface="Arial Black"/>
              </a:rPr>
              <a:t> </a:t>
            </a:r>
            <a:r>
              <a:rPr dirty="0" sz="3700" spc="-175">
                <a:solidFill>
                  <a:srgbClr val="D9D9D9"/>
                </a:solidFill>
                <a:latin typeface="Arial Black"/>
                <a:cs typeface="Arial Black"/>
              </a:rPr>
              <a:t>et</a:t>
            </a:r>
            <a:r>
              <a:rPr dirty="0" sz="3700" spc="-235">
                <a:solidFill>
                  <a:srgbClr val="D9D9D9"/>
                </a:solidFill>
                <a:latin typeface="Arial Black"/>
                <a:cs typeface="Arial Black"/>
              </a:rPr>
              <a:t> </a:t>
            </a:r>
            <a:r>
              <a:rPr dirty="0" sz="3700" spc="-75">
                <a:solidFill>
                  <a:srgbClr val="D9D9D9"/>
                </a:solidFill>
                <a:latin typeface="Arial Black"/>
                <a:cs typeface="Arial Black"/>
              </a:rPr>
              <a:t>justification</a:t>
            </a:r>
            <a:endParaRPr sz="3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3700" spc="-409">
                <a:solidFill>
                  <a:srgbClr val="DDB69E"/>
                </a:solidFill>
                <a:latin typeface="MS Gothic"/>
                <a:cs typeface="MS Gothic"/>
              </a:rPr>
              <a:t>➡</a:t>
            </a:r>
            <a:r>
              <a:rPr dirty="0" sz="3700" spc="-980">
                <a:solidFill>
                  <a:srgbClr val="DDB69E"/>
                </a:solidFill>
                <a:latin typeface="MS Gothic"/>
                <a:cs typeface="MS Gothic"/>
              </a:rPr>
              <a:t> </a:t>
            </a:r>
            <a:r>
              <a:rPr dirty="0" sz="3300" spc="-155">
                <a:solidFill>
                  <a:srgbClr val="DDB69E"/>
                </a:solidFill>
                <a:latin typeface="Arial Black"/>
                <a:cs typeface="Arial Black"/>
              </a:rPr>
              <a:t>Privilégier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DDB69E"/>
                </a:solidFill>
                <a:latin typeface="Arial Black"/>
                <a:cs typeface="Arial Black"/>
              </a:rPr>
              <a:t>le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55">
                <a:solidFill>
                  <a:srgbClr val="DDB69E"/>
                </a:solidFill>
                <a:latin typeface="Arial Black"/>
                <a:cs typeface="Arial Black"/>
              </a:rPr>
              <a:t>modèle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75">
                <a:solidFill>
                  <a:srgbClr val="DDB69E"/>
                </a:solidFill>
                <a:latin typeface="Arial Black"/>
                <a:cs typeface="Arial Black"/>
              </a:rPr>
              <a:t>Machine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60">
                <a:solidFill>
                  <a:srgbClr val="DDB69E"/>
                </a:solidFill>
                <a:latin typeface="Arial Black"/>
                <a:cs typeface="Arial Black"/>
              </a:rPr>
              <a:t>Learning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DDB69E"/>
                </a:solidFill>
                <a:latin typeface="Arial Black"/>
                <a:cs typeface="Arial Black"/>
              </a:rPr>
              <a:t>(Linear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505">
                <a:solidFill>
                  <a:srgbClr val="DDB69E"/>
                </a:solidFill>
                <a:latin typeface="Arial Black"/>
                <a:cs typeface="Arial Black"/>
              </a:rPr>
              <a:t>SVC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10">
                <a:solidFill>
                  <a:srgbClr val="DDB69E"/>
                </a:solidFill>
                <a:latin typeface="Arial Black"/>
                <a:cs typeface="Arial Black"/>
              </a:rPr>
              <a:t>ou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254">
                <a:solidFill>
                  <a:srgbClr val="DDB69E"/>
                </a:solidFill>
                <a:latin typeface="Arial Black"/>
                <a:cs typeface="Arial Black"/>
              </a:rPr>
              <a:t>Logistic</a:t>
            </a:r>
            <a:r>
              <a:rPr dirty="0" sz="3300" spc="-229">
                <a:solidFill>
                  <a:srgbClr val="DDB69E"/>
                </a:solidFill>
                <a:latin typeface="Arial Black"/>
                <a:cs typeface="Arial Black"/>
              </a:rPr>
              <a:t> </a:t>
            </a:r>
            <a:r>
              <a:rPr dirty="0" sz="3300" spc="-175">
                <a:solidFill>
                  <a:srgbClr val="DDB69E"/>
                </a:solidFill>
                <a:latin typeface="Arial Black"/>
                <a:cs typeface="Arial Black"/>
              </a:rPr>
              <a:t>Regression)</a:t>
            </a:r>
            <a:endParaRPr sz="3300">
              <a:latin typeface="Arial Black"/>
              <a:cs typeface="Arial Black"/>
            </a:endParaRPr>
          </a:p>
          <a:p>
            <a:pPr marL="179070">
              <a:lnSpc>
                <a:spcPct val="100000"/>
              </a:lnSpc>
              <a:spcBef>
                <a:spcPts val="3235"/>
              </a:spcBef>
              <a:tabLst>
                <a:tab pos="8185150" algn="l"/>
              </a:tabLst>
            </a:pPr>
            <a:r>
              <a:rPr dirty="0" sz="2550" spc="-185">
                <a:latin typeface="Arial Black"/>
                <a:cs typeface="Arial Black"/>
              </a:rPr>
              <a:t>Raisons</a:t>
            </a:r>
            <a:r>
              <a:rPr dirty="0" sz="2550" spc="-170">
                <a:latin typeface="Arial Black"/>
                <a:cs typeface="Arial Black"/>
              </a:rPr>
              <a:t> </a:t>
            </a:r>
            <a:r>
              <a:rPr dirty="0" sz="2550" spc="-50">
                <a:latin typeface="Arial Black"/>
                <a:cs typeface="Arial Black"/>
              </a:rPr>
              <a:t>:</a:t>
            </a:r>
            <a:r>
              <a:rPr dirty="0" sz="2550">
                <a:latin typeface="Arial Black"/>
                <a:cs typeface="Arial Black"/>
              </a:rPr>
              <a:t>	</a:t>
            </a:r>
            <a:r>
              <a:rPr dirty="0" sz="2550" spc="-105">
                <a:latin typeface="Arial Black"/>
                <a:cs typeface="Arial Black"/>
              </a:rPr>
              <a:t>Alternative</a:t>
            </a:r>
            <a:r>
              <a:rPr dirty="0" sz="2550" spc="-114">
                <a:latin typeface="Arial Black"/>
                <a:cs typeface="Arial Black"/>
              </a:rPr>
              <a:t> </a:t>
            </a:r>
            <a:r>
              <a:rPr dirty="0" sz="2550" spc="-50">
                <a:latin typeface="Arial Black"/>
                <a:cs typeface="Arial Black"/>
              </a:rPr>
              <a:t>:</a:t>
            </a:r>
            <a:endParaRPr sz="25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700" y="1028700"/>
            <a:ext cx="14514194" cy="0"/>
          </a:xfrm>
          <a:custGeom>
            <a:avLst/>
            <a:gdLst/>
            <a:ahLst/>
            <a:cxnLst/>
            <a:rect l="l" t="t" r="r" b="b"/>
            <a:pathLst>
              <a:path w="14514194" h="0">
                <a:moveTo>
                  <a:pt x="0" y="0"/>
                </a:moveTo>
                <a:lnTo>
                  <a:pt x="145135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033101" y="1767204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4">
                <a:moveTo>
                  <a:pt x="132337" y="264674"/>
                </a:moveTo>
                <a:lnTo>
                  <a:pt x="90508" y="257927"/>
                </a:lnTo>
                <a:lnTo>
                  <a:pt x="54180" y="239140"/>
                </a:lnTo>
                <a:lnTo>
                  <a:pt x="25533" y="210493"/>
                </a:lnTo>
                <a:lnTo>
                  <a:pt x="6746" y="174165"/>
                </a:lnTo>
                <a:lnTo>
                  <a:pt x="0" y="132337"/>
                </a:lnTo>
                <a:lnTo>
                  <a:pt x="6746" y="90508"/>
                </a:lnTo>
                <a:lnTo>
                  <a:pt x="25533" y="54180"/>
                </a:lnTo>
                <a:lnTo>
                  <a:pt x="54180" y="25533"/>
                </a:lnTo>
                <a:lnTo>
                  <a:pt x="90508" y="6746"/>
                </a:lnTo>
                <a:lnTo>
                  <a:pt x="132337" y="0"/>
                </a:lnTo>
                <a:lnTo>
                  <a:pt x="174166" y="6746"/>
                </a:lnTo>
                <a:lnTo>
                  <a:pt x="210493" y="25533"/>
                </a:lnTo>
                <a:lnTo>
                  <a:pt x="239141" y="54180"/>
                </a:lnTo>
                <a:lnTo>
                  <a:pt x="257927" y="90508"/>
                </a:lnTo>
                <a:lnTo>
                  <a:pt x="264674" y="132337"/>
                </a:lnTo>
                <a:lnTo>
                  <a:pt x="257927" y="174165"/>
                </a:lnTo>
                <a:lnTo>
                  <a:pt x="239141" y="210493"/>
                </a:lnTo>
                <a:lnTo>
                  <a:pt x="210493" y="239140"/>
                </a:lnTo>
                <a:lnTo>
                  <a:pt x="174166" y="257927"/>
                </a:lnTo>
                <a:lnTo>
                  <a:pt x="132337" y="264674"/>
                </a:lnTo>
                <a:close/>
              </a:path>
            </a:pathLst>
          </a:custGeom>
          <a:solidFill>
            <a:srgbClr val="DDB69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1420426" y="3686114"/>
            <a:ext cx="6868159" cy="6601459"/>
            <a:chOff x="11420426" y="3686114"/>
            <a:chExt cx="6868159" cy="6601459"/>
          </a:xfrm>
        </p:grpSpPr>
        <p:sp>
          <p:nvSpPr>
            <p:cNvPr id="5" name="object 5" descr=""/>
            <p:cNvSpPr/>
            <p:nvPr/>
          </p:nvSpPr>
          <p:spPr>
            <a:xfrm>
              <a:off x="11420426" y="7230261"/>
              <a:ext cx="4762500" cy="3056890"/>
            </a:xfrm>
            <a:custGeom>
              <a:avLst/>
              <a:gdLst/>
              <a:ahLst/>
              <a:cxnLst/>
              <a:rect l="l" t="t" r="r" b="b"/>
              <a:pathLst>
                <a:path w="4762500" h="3056890">
                  <a:moveTo>
                    <a:pt x="4348554" y="3056737"/>
                  </a:moveTo>
                  <a:lnTo>
                    <a:pt x="990713" y="3056737"/>
                  </a:lnTo>
                  <a:lnTo>
                    <a:pt x="947421" y="3053276"/>
                  </a:lnTo>
                  <a:lnTo>
                    <a:pt x="896194" y="3051323"/>
                  </a:lnTo>
                  <a:lnTo>
                    <a:pt x="844961" y="3050958"/>
                  </a:lnTo>
                  <a:lnTo>
                    <a:pt x="793988" y="3051649"/>
                  </a:lnTo>
                  <a:lnTo>
                    <a:pt x="743082" y="3052761"/>
                  </a:lnTo>
                  <a:lnTo>
                    <a:pt x="691977" y="3053640"/>
                  </a:lnTo>
                  <a:lnTo>
                    <a:pt x="640835" y="3053718"/>
                  </a:lnTo>
                  <a:lnTo>
                    <a:pt x="589817" y="3052432"/>
                  </a:lnTo>
                  <a:lnTo>
                    <a:pt x="539087" y="3049215"/>
                  </a:lnTo>
                  <a:lnTo>
                    <a:pt x="488806" y="3043504"/>
                  </a:lnTo>
                  <a:lnTo>
                    <a:pt x="439135" y="3034732"/>
                  </a:lnTo>
                  <a:lnTo>
                    <a:pt x="390238" y="3022334"/>
                  </a:lnTo>
                  <a:lnTo>
                    <a:pt x="342275" y="3005746"/>
                  </a:lnTo>
                  <a:lnTo>
                    <a:pt x="300220" y="2986299"/>
                  </a:lnTo>
                  <a:lnTo>
                    <a:pt x="259942" y="2962193"/>
                  </a:lnTo>
                  <a:lnTo>
                    <a:pt x="222152" y="2933828"/>
                  </a:lnTo>
                  <a:lnTo>
                    <a:pt x="187556" y="2901603"/>
                  </a:lnTo>
                  <a:lnTo>
                    <a:pt x="156864" y="2865917"/>
                  </a:lnTo>
                  <a:lnTo>
                    <a:pt x="130785" y="2827168"/>
                  </a:lnTo>
                  <a:lnTo>
                    <a:pt x="110026" y="2785757"/>
                  </a:lnTo>
                  <a:lnTo>
                    <a:pt x="95298" y="2742081"/>
                  </a:lnTo>
                  <a:lnTo>
                    <a:pt x="87307" y="2696540"/>
                  </a:lnTo>
                  <a:lnTo>
                    <a:pt x="86763" y="2649534"/>
                  </a:lnTo>
                  <a:lnTo>
                    <a:pt x="94156" y="2600534"/>
                  </a:lnTo>
                  <a:lnTo>
                    <a:pt x="107563" y="2552879"/>
                  </a:lnTo>
                  <a:lnTo>
                    <a:pt x="124540" y="2506002"/>
                  </a:lnTo>
                  <a:lnTo>
                    <a:pt x="142644" y="2459337"/>
                  </a:lnTo>
                  <a:lnTo>
                    <a:pt x="159432" y="2412319"/>
                  </a:lnTo>
                  <a:lnTo>
                    <a:pt x="172571" y="2366010"/>
                  </a:lnTo>
                  <a:lnTo>
                    <a:pt x="182333" y="2319294"/>
                  </a:lnTo>
                  <a:lnTo>
                    <a:pt x="188945" y="2272221"/>
                  </a:lnTo>
                  <a:lnTo>
                    <a:pt x="192636" y="2224841"/>
                  </a:lnTo>
                  <a:lnTo>
                    <a:pt x="193637" y="2177204"/>
                  </a:lnTo>
                  <a:lnTo>
                    <a:pt x="192176" y="2129361"/>
                  </a:lnTo>
                  <a:lnTo>
                    <a:pt x="188481" y="2081361"/>
                  </a:lnTo>
                  <a:lnTo>
                    <a:pt x="182783" y="2033254"/>
                  </a:lnTo>
                  <a:lnTo>
                    <a:pt x="175311" y="1985092"/>
                  </a:lnTo>
                  <a:lnTo>
                    <a:pt x="166293" y="1936923"/>
                  </a:lnTo>
                  <a:lnTo>
                    <a:pt x="155958" y="1888798"/>
                  </a:lnTo>
                  <a:lnTo>
                    <a:pt x="144536" y="1840766"/>
                  </a:lnTo>
                  <a:lnTo>
                    <a:pt x="132256" y="1792879"/>
                  </a:lnTo>
                  <a:lnTo>
                    <a:pt x="119347" y="1745187"/>
                  </a:lnTo>
                  <a:lnTo>
                    <a:pt x="106037" y="1697738"/>
                  </a:lnTo>
                  <a:lnTo>
                    <a:pt x="79135" y="1603775"/>
                  </a:lnTo>
                  <a:lnTo>
                    <a:pt x="66031" y="1556791"/>
                  </a:lnTo>
                  <a:lnTo>
                    <a:pt x="53508" y="1509153"/>
                  </a:lnTo>
                  <a:lnTo>
                    <a:pt x="41781" y="1460985"/>
                  </a:lnTo>
                  <a:lnTo>
                    <a:pt x="31063" y="1412413"/>
                  </a:lnTo>
                  <a:lnTo>
                    <a:pt x="21571" y="1363563"/>
                  </a:lnTo>
                  <a:lnTo>
                    <a:pt x="13518" y="1314560"/>
                  </a:lnTo>
                  <a:lnTo>
                    <a:pt x="7120" y="1265531"/>
                  </a:lnTo>
                  <a:lnTo>
                    <a:pt x="2591" y="1216600"/>
                  </a:lnTo>
                  <a:lnTo>
                    <a:pt x="146" y="1167894"/>
                  </a:lnTo>
                  <a:lnTo>
                    <a:pt x="0" y="1119538"/>
                  </a:lnTo>
                  <a:lnTo>
                    <a:pt x="2366" y="1071658"/>
                  </a:lnTo>
                  <a:lnTo>
                    <a:pt x="7461" y="1024379"/>
                  </a:lnTo>
                  <a:lnTo>
                    <a:pt x="15498" y="977828"/>
                  </a:lnTo>
                  <a:lnTo>
                    <a:pt x="26693" y="932129"/>
                  </a:lnTo>
                  <a:lnTo>
                    <a:pt x="41259" y="887408"/>
                  </a:lnTo>
                  <a:lnTo>
                    <a:pt x="59413" y="843791"/>
                  </a:lnTo>
                  <a:lnTo>
                    <a:pt x="81368" y="801405"/>
                  </a:lnTo>
                  <a:lnTo>
                    <a:pt x="108445" y="758428"/>
                  </a:lnTo>
                  <a:lnTo>
                    <a:pt x="138046" y="719269"/>
                  </a:lnTo>
                  <a:lnTo>
                    <a:pt x="170001" y="683804"/>
                  </a:lnTo>
                  <a:lnTo>
                    <a:pt x="204140" y="651910"/>
                  </a:lnTo>
                  <a:lnTo>
                    <a:pt x="240293" y="623462"/>
                  </a:lnTo>
                  <a:lnTo>
                    <a:pt x="278290" y="598337"/>
                  </a:lnTo>
                  <a:lnTo>
                    <a:pt x="317961" y="576411"/>
                  </a:lnTo>
                  <a:lnTo>
                    <a:pt x="359135" y="557562"/>
                  </a:lnTo>
                  <a:lnTo>
                    <a:pt x="401642" y="541665"/>
                  </a:lnTo>
                  <a:lnTo>
                    <a:pt x="445313" y="528597"/>
                  </a:lnTo>
                  <a:lnTo>
                    <a:pt x="489976" y="518234"/>
                  </a:lnTo>
                  <a:lnTo>
                    <a:pt x="535463" y="510453"/>
                  </a:lnTo>
                  <a:lnTo>
                    <a:pt x="581602" y="505129"/>
                  </a:lnTo>
                  <a:lnTo>
                    <a:pt x="628223" y="502140"/>
                  </a:lnTo>
                  <a:lnTo>
                    <a:pt x="675157" y="501362"/>
                  </a:lnTo>
                  <a:lnTo>
                    <a:pt x="722234" y="502671"/>
                  </a:lnTo>
                  <a:lnTo>
                    <a:pt x="769282" y="505944"/>
                  </a:lnTo>
                  <a:lnTo>
                    <a:pt x="816132" y="511057"/>
                  </a:lnTo>
                  <a:lnTo>
                    <a:pt x="862614" y="517886"/>
                  </a:lnTo>
                  <a:lnTo>
                    <a:pt x="908558" y="526308"/>
                  </a:lnTo>
                  <a:lnTo>
                    <a:pt x="953793" y="536199"/>
                  </a:lnTo>
                  <a:lnTo>
                    <a:pt x="998150" y="547436"/>
                  </a:lnTo>
                  <a:lnTo>
                    <a:pt x="1041458" y="559895"/>
                  </a:lnTo>
                  <a:lnTo>
                    <a:pt x="1083546" y="573453"/>
                  </a:lnTo>
                  <a:lnTo>
                    <a:pt x="1125699" y="588587"/>
                  </a:lnTo>
                  <a:lnTo>
                    <a:pt x="1168268" y="605350"/>
                  </a:lnTo>
                  <a:lnTo>
                    <a:pt x="1211232" y="623486"/>
                  </a:lnTo>
                  <a:lnTo>
                    <a:pt x="1254564" y="642737"/>
                  </a:lnTo>
                  <a:lnTo>
                    <a:pt x="1298243" y="662847"/>
                  </a:lnTo>
                  <a:lnTo>
                    <a:pt x="1342245" y="683558"/>
                  </a:lnTo>
                  <a:lnTo>
                    <a:pt x="1431119" y="725756"/>
                  </a:lnTo>
                  <a:lnTo>
                    <a:pt x="1475945" y="746730"/>
                  </a:lnTo>
                  <a:lnTo>
                    <a:pt x="1520998" y="767276"/>
                  </a:lnTo>
                  <a:lnTo>
                    <a:pt x="1566255" y="787139"/>
                  </a:lnTo>
                  <a:lnTo>
                    <a:pt x="1611691" y="806061"/>
                  </a:lnTo>
                  <a:lnTo>
                    <a:pt x="1657284" y="823786"/>
                  </a:lnTo>
                  <a:lnTo>
                    <a:pt x="1703009" y="840055"/>
                  </a:lnTo>
                  <a:lnTo>
                    <a:pt x="1748843" y="854613"/>
                  </a:lnTo>
                  <a:lnTo>
                    <a:pt x="1794762" y="867202"/>
                  </a:lnTo>
                  <a:lnTo>
                    <a:pt x="1840742" y="877565"/>
                  </a:lnTo>
                  <a:lnTo>
                    <a:pt x="1886759" y="885446"/>
                  </a:lnTo>
                  <a:lnTo>
                    <a:pt x="1932791" y="890586"/>
                  </a:lnTo>
                  <a:lnTo>
                    <a:pt x="1978812" y="892730"/>
                  </a:lnTo>
                  <a:lnTo>
                    <a:pt x="2024800" y="891619"/>
                  </a:lnTo>
                  <a:lnTo>
                    <a:pt x="2070730" y="886998"/>
                  </a:lnTo>
                  <a:lnTo>
                    <a:pt x="2117884" y="877721"/>
                  </a:lnTo>
                  <a:lnTo>
                    <a:pt x="2162683" y="863820"/>
                  </a:lnTo>
                  <a:lnTo>
                    <a:pt x="2205328" y="845745"/>
                  </a:lnTo>
                  <a:lnTo>
                    <a:pt x="2246020" y="823944"/>
                  </a:lnTo>
                  <a:lnTo>
                    <a:pt x="2284958" y="798866"/>
                  </a:lnTo>
                  <a:lnTo>
                    <a:pt x="2322343" y="770961"/>
                  </a:lnTo>
                  <a:lnTo>
                    <a:pt x="2358376" y="740678"/>
                  </a:lnTo>
                  <a:lnTo>
                    <a:pt x="2393257" y="708466"/>
                  </a:lnTo>
                  <a:lnTo>
                    <a:pt x="2427186" y="674774"/>
                  </a:lnTo>
                  <a:lnTo>
                    <a:pt x="2460363" y="640052"/>
                  </a:lnTo>
                  <a:lnTo>
                    <a:pt x="2492990" y="604748"/>
                  </a:lnTo>
                  <a:lnTo>
                    <a:pt x="2557392" y="534191"/>
                  </a:lnTo>
                  <a:lnTo>
                    <a:pt x="2589568" y="499837"/>
                  </a:lnTo>
                  <a:lnTo>
                    <a:pt x="2624823" y="463605"/>
                  </a:lnTo>
                  <a:lnTo>
                    <a:pt x="2660772" y="428164"/>
                  </a:lnTo>
                  <a:lnTo>
                    <a:pt x="2697421" y="393590"/>
                  </a:lnTo>
                  <a:lnTo>
                    <a:pt x="2734777" y="359957"/>
                  </a:lnTo>
                  <a:lnTo>
                    <a:pt x="2772847" y="327342"/>
                  </a:lnTo>
                  <a:lnTo>
                    <a:pt x="2811638" y="295819"/>
                  </a:lnTo>
                  <a:lnTo>
                    <a:pt x="2851157" y="265464"/>
                  </a:lnTo>
                  <a:lnTo>
                    <a:pt x="2891410" y="236351"/>
                  </a:lnTo>
                  <a:lnTo>
                    <a:pt x="2932404" y="208556"/>
                  </a:lnTo>
                  <a:lnTo>
                    <a:pt x="2974147" y="182153"/>
                  </a:lnTo>
                  <a:lnTo>
                    <a:pt x="3016645" y="157219"/>
                  </a:lnTo>
                  <a:lnTo>
                    <a:pt x="3059905" y="133828"/>
                  </a:lnTo>
                  <a:lnTo>
                    <a:pt x="3103934" y="112055"/>
                  </a:lnTo>
                  <a:lnTo>
                    <a:pt x="3148739" y="91976"/>
                  </a:lnTo>
                  <a:lnTo>
                    <a:pt x="3194326" y="73665"/>
                  </a:lnTo>
                  <a:lnTo>
                    <a:pt x="3240703" y="57199"/>
                  </a:lnTo>
                  <a:lnTo>
                    <a:pt x="3287876" y="42651"/>
                  </a:lnTo>
                  <a:lnTo>
                    <a:pt x="3335852" y="30097"/>
                  </a:lnTo>
                  <a:lnTo>
                    <a:pt x="3384638" y="19613"/>
                  </a:lnTo>
                  <a:lnTo>
                    <a:pt x="3434242" y="11273"/>
                  </a:lnTo>
                  <a:lnTo>
                    <a:pt x="3511503" y="3049"/>
                  </a:lnTo>
                  <a:lnTo>
                    <a:pt x="3553075" y="824"/>
                  </a:lnTo>
                  <a:lnTo>
                    <a:pt x="3596179" y="0"/>
                  </a:lnTo>
                  <a:lnTo>
                    <a:pt x="3640491" y="681"/>
                  </a:lnTo>
                  <a:lnTo>
                    <a:pt x="3685688" y="2975"/>
                  </a:lnTo>
                  <a:lnTo>
                    <a:pt x="3731448" y="6988"/>
                  </a:lnTo>
                  <a:lnTo>
                    <a:pt x="3777448" y="12826"/>
                  </a:lnTo>
                  <a:lnTo>
                    <a:pt x="3823366" y="20595"/>
                  </a:lnTo>
                  <a:lnTo>
                    <a:pt x="3868878" y="30402"/>
                  </a:lnTo>
                  <a:lnTo>
                    <a:pt x="3913662" y="42352"/>
                  </a:lnTo>
                  <a:lnTo>
                    <a:pt x="3957395" y="56552"/>
                  </a:lnTo>
                  <a:lnTo>
                    <a:pt x="3999754" y="73108"/>
                  </a:lnTo>
                  <a:lnTo>
                    <a:pt x="4040417" y="92127"/>
                  </a:lnTo>
                  <a:lnTo>
                    <a:pt x="4079061" y="113714"/>
                  </a:lnTo>
                  <a:lnTo>
                    <a:pt x="4115363" y="137976"/>
                  </a:lnTo>
                  <a:lnTo>
                    <a:pt x="4149001" y="165019"/>
                  </a:lnTo>
                  <a:lnTo>
                    <a:pt x="4179651" y="194949"/>
                  </a:lnTo>
                  <a:lnTo>
                    <a:pt x="4206991" y="227873"/>
                  </a:lnTo>
                  <a:lnTo>
                    <a:pt x="4230698" y="263896"/>
                  </a:lnTo>
                  <a:lnTo>
                    <a:pt x="4250450" y="303125"/>
                  </a:lnTo>
                  <a:lnTo>
                    <a:pt x="4265923" y="345667"/>
                  </a:lnTo>
                  <a:lnTo>
                    <a:pt x="4276795" y="391627"/>
                  </a:lnTo>
                  <a:lnTo>
                    <a:pt x="4282068" y="439655"/>
                  </a:lnTo>
                  <a:lnTo>
                    <a:pt x="4281677" y="487670"/>
                  </a:lnTo>
                  <a:lnTo>
                    <a:pt x="4276858" y="535695"/>
                  </a:lnTo>
                  <a:lnTo>
                    <a:pt x="4268848" y="583753"/>
                  </a:lnTo>
                  <a:lnTo>
                    <a:pt x="4258884" y="631868"/>
                  </a:lnTo>
                  <a:lnTo>
                    <a:pt x="4248202" y="680062"/>
                  </a:lnTo>
                  <a:lnTo>
                    <a:pt x="4238039" y="728358"/>
                  </a:lnTo>
                  <a:lnTo>
                    <a:pt x="4229631" y="776780"/>
                  </a:lnTo>
                  <a:lnTo>
                    <a:pt x="4224216" y="825350"/>
                  </a:lnTo>
                  <a:lnTo>
                    <a:pt x="4223029" y="874090"/>
                  </a:lnTo>
                  <a:lnTo>
                    <a:pt x="4226850" y="922084"/>
                  </a:lnTo>
                  <a:lnTo>
                    <a:pt x="4235344" y="968406"/>
                  </a:lnTo>
                  <a:lnTo>
                    <a:pt x="4248072" y="1013218"/>
                  </a:lnTo>
                  <a:lnTo>
                    <a:pt x="4264596" y="1056686"/>
                  </a:lnTo>
                  <a:lnTo>
                    <a:pt x="4284478" y="1098974"/>
                  </a:lnTo>
                  <a:lnTo>
                    <a:pt x="4307280" y="1140247"/>
                  </a:lnTo>
                  <a:lnTo>
                    <a:pt x="4332565" y="1180668"/>
                  </a:lnTo>
                  <a:lnTo>
                    <a:pt x="4359894" y="1220402"/>
                  </a:lnTo>
                  <a:lnTo>
                    <a:pt x="4388830" y="1259613"/>
                  </a:lnTo>
                  <a:lnTo>
                    <a:pt x="4418934" y="1298466"/>
                  </a:lnTo>
                  <a:lnTo>
                    <a:pt x="4449768" y="1337124"/>
                  </a:lnTo>
                  <a:lnTo>
                    <a:pt x="4480895" y="1375753"/>
                  </a:lnTo>
                  <a:lnTo>
                    <a:pt x="4511877" y="1414517"/>
                  </a:lnTo>
                  <a:lnTo>
                    <a:pt x="4542275" y="1453579"/>
                  </a:lnTo>
                  <a:lnTo>
                    <a:pt x="4571652" y="1493104"/>
                  </a:lnTo>
                  <a:lnTo>
                    <a:pt x="4599569" y="1533257"/>
                  </a:lnTo>
                  <a:lnTo>
                    <a:pt x="4625589" y="1574202"/>
                  </a:lnTo>
                  <a:lnTo>
                    <a:pt x="4649021" y="1615644"/>
                  </a:lnTo>
                  <a:lnTo>
                    <a:pt x="4670159" y="1658206"/>
                  </a:lnTo>
                  <a:lnTo>
                    <a:pt x="4689034" y="1701790"/>
                  </a:lnTo>
                  <a:lnTo>
                    <a:pt x="4705677" y="1746297"/>
                  </a:lnTo>
                  <a:lnTo>
                    <a:pt x="4720118" y="1791628"/>
                  </a:lnTo>
                  <a:lnTo>
                    <a:pt x="4732389" y="1837685"/>
                  </a:lnTo>
                  <a:lnTo>
                    <a:pt x="4742521" y="1884369"/>
                  </a:lnTo>
                  <a:lnTo>
                    <a:pt x="4750544" y="1931582"/>
                  </a:lnTo>
                  <a:lnTo>
                    <a:pt x="4756490" y="1979225"/>
                  </a:lnTo>
                  <a:lnTo>
                    <a:pt x="4760390" y="2027200"/>
                  </a:lnTo>
                  <a:lnTo>
                    <a:pt x="4762274" y="2075408"/>
                  </a:lnTo>
                  <a:lnTo>
                    <a:pt x="4762174" y="2123750"/>
                  </a:lnTo>
                  <a:lnTo>
                    <a:pt x="4760121" y="2172128"/>
                  </a:lnTo>
                  <a:lnTo>
                    <a:pt x="4756145" y="2220443"/>
                  </a:lnTo>
                  <a:lnTo>
                    <a:pt x="4750277" y="2268597"/>
                  </a:lnTo>
                  <a:lnTo>
                    <a:pt x="4742549" y="2316491"/>
                  </a:lnTo>
                  <a:lnTo>
                    <a:pt x="4732992" y="2364027"/>
                  </a:lnTo>
                  <a:lnTo>
                    <a:pt x="4721636" y="2411106"/>
                  </a:lnTo>
                  <a:lnTo>
                    <a:pt x="4708512" y="2457629"/>
                  </a:lnTo>
                  <a:lnTo>
                    <a:pt x="4693652" y="2503498"/>
                  </a:lnTo>
                  <a:lnTo>
                    <a:pt x="4677086" y="2548614"/>
                  </a:lnTo>
                  <a:lnTo>
                    <a:pt x="4657995" y="2595123"/>
                  </a:lnTo>
                  <a:lnTo>
                    <a:pt x="4637308" y="2640763"/>
                  </a:lnTo>
                  <a:lnTo>
                    <a:pt x="4615085" y="2685534"/>
                  </a:lnTo>
                  <a:lnTo>
                    <a:pt x="4591384" y="2729434"/>
                  </a:lnTo>
                  <a:lnTo>
                    <a:pt x="4566266" y="2772463"/>
                  </a:lnTo>
                  <a:lnTo>
                    <a:pt x="4539789" y="2814620"/>
                  </a:lnTo>
                  <a:lnTo>
                    <a:pt x="4512014" y="2855904"/>
                  </a:lnTo>
                  <a:lnTo>
                    <a:pt x="4483000" y="2896314"/>
                  </a:lnTo>
                  <a:lnTo>
                    <a:pt x="4452805" y="2935849"/>
                  </a:lnTo>
                  <a:lnTo>
                    <a:pt x="4421490" y="2974508"/>
                  </a:lnTo>
                  <a:lnTo>
                    <a:pt x="4389114" y="3012291"/>
                  </a:lnTo>
                  <a:lnTo>
                    <a:pt x="4355737" y="3049197"/>
                  </a:lnTo>
                  <a:lnTo>
                    <a:pt x="4348554" y="3056737"/>
                  </a:lnTo>
                  <a:close/>
                </a:path>
              </a:pathLst>
            </a:custGeom>
            <a:solidFill>
              <a:srgbClr val="FAB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48898" y="3686114"/>
              <a:ext cx="2939415" cy="4018915"/>
            </a:xfrm>
            <a:custGeom>
              <a:avLst/>
              <a:gdLst/>
              <a:ahLst/>
              <a:cxnLst/>
              <a:rect l="l" t="t" r="r" b="b"/>
              <a:pathLst>
                <a:path w="2939415" h="4018915">
                  <a:moveTo>
                    <a:pt x="2550025" y="4018494"/>
                  </a:moveTo>
                  <a:lnTo>
                    <a:pt x="2501165" y="4015853"/>
                  </a:lnTo>
                  <a:lnTo>
                    <a:pt x="2452324" y="4010220"/>
                  </a:lnTo>
                  <a:lnTo>
                    <a:pt x="2403579" y="4001896"/>
                  </a:lnTo>
                  <a:lnTo>
                    <a:pt x="2355011" y="3991184"/>
                  </a:lnTo>
                  <a:lnTo>
                    <a:pt x="2306698" y="3978386"/>
                  </a:lnTo>
                  <a:lnTo>
                    <a:pt x="2258719" y="3963805"/>
                  </a:lnTo>
                  <a:lnTo>
                    <a:pt x="2211155" y="3947742"/>
                  </a:lnTo>
                  <a:lnTo>
                    <a:pt x="2164082" y="3930500"/>
                  </a:lnTo>
                  <a:lnTo>
                    <a:pt x="2117582" y="3912382"/>
                  </a:lnTo>
                  <a:lnTo>
                    <a:pt x="2071733" y="3893690"/>
                  </a:lnTo>
                  <a:lnTo>
                    <a:pt x="2026613" y="3874725"/>
                  </a:lnTo>
                  <a:lnTo>
                    <a:pt x="1982303" y="3855792"/>
                  </a:lnTo>
                  <a:lnTo>
                    <a:pt x="1933778" y="3835928"/>
                  </a:lnTo>
                  <a:lnTo>
                    <a:pt x="1884143" y="3817456"/>
                  </a:lnTo>
                  <a:lnTo>
                    <a:pt x="1833563" y="3801186"/>
                  </a:lnTo>
                  <a:lnTo>
                    <a:pt x="1782204" y="3787931"/>
                  </a:lnTo>
                  <a:lnTo>
                    <a:pt x="1730232" y="3778502"/>
                  </a:lnTo>
                  <a:lnTo>
                    <a:pt x="1677812" y="3773710"/>
                  </a:lnTo>
                  <a:lnTo>
                    <a:pt x="1625110" y="3774367"/>
                  </a:lnTo>
                  <a:lnTo>
                    <a:pt x="1577722" y="3779434"/>
                  </a:lnTo>
                  <a:lnTo>
                    <a:pt x="1531312" y="3787740"/>
                  </a:lnTo>
                  <a:lnTo>
                    <a:pt x="1485611" y="3798532"/>
                  </a:lnTo>
                  <a:lnTo>
                    <a:pt x="1440355" y="3811055"/>
                  </a:lnTo>
                  <a:lnTo>
                    <a:pt x="1350110" y="3838276"/>
                  </a:lnTo>
                  <a:lnTo>
                    <a:pt x="1304587" y="3851464"/>
                  </a:lnTo>
                  <a:lnTo>
                    <a:pt x="1258443" y="3863366"/>
                  </a:lnTo>
                  <a:lnTo>
                    <a:pt x="1208264" y="3874707"/>
                  </a:lnTo>
                  <a:lnTo>
                    <a:pt x="1158165" y="3884700"/>
                  </a:lnTo>
                  <a:lnTo>
                    <a:pt x="1108156" y="3893274"/>
                  </a:lnTo>
                  <a:lnTo>
                    <a:pt x="1058246" y="3900360"/>
                  </a:lnTo>
                  <a:lnTo>
                    <a:pt x="1008446" y="3905890"/>
                  </a:lnTo>
                  <a:lnTo>
                    <a:pt x="958764" y="3909794"/>
                  </a:lnTo>
                  <a:lnTo>
                    <a:pt x="909211" y="3912004"/>
                  </a:lnTo>
                  <a:lnTo>
                    <a:pt x="859797" y="3912449"/>
                  </a:lnTo>
                  <a:lnTo>
                    <a:pt x="810531" y="3911061"/>
                  </a:lnTo>
                  <a:lnTo>
                    <a:pt x="761422" y="3907771"/>
                  </a:lnTo>
                  <a:lnTo>
                    <a:pt x="712481" y="3902509"/>
                  </a:lnTo>
                  <a:lnTo>
                    <a:pt x="663718" y="3895207"/>
                  </a:lnTo>
                  <a:lnTo>
                    <a:pt x="615142" y="3885794"/>
                  </a:lnTo>
                  <a:lnTo>
                    <a:pt x="566762" y="3874203"/>
                  </a:lnTo>
                  <a:lnTo>
                    <a:pt x="518590" y="3860363"/>
                  </a:lnTo>
                  <a:lnTo>
                    <a:pt x="470633" y="3844206"/>
                  </a:lnTo>
                  <a:lnTo>
                    <a:pt x="422903" y="3825663"/>
                  </a:lnTo>
                  <a:lnTo>
                    <a:pt x="375409" y="3804664"/>
                  </a:lnTo>
                  <a:lnTo>
                    <a:pt x="333154" y="3783385"/>
                  </a:lnTo>
                  <a:lnTo>
                    <a:pt x="291446" y="3759361"/>
                  </a:lnTo>
                  <a:lnTo>
                    <a:pt x="250737" y="3732666"/>
                  </a:lnTo>
                  <a:lnTo>
                    <a:pt x="211480" y="3703371"/>
                  </a:lnTo>
                  <a:lnTo>
                    <a:pt x="174129" y="3671550"/>
                  </a:lnTo>
                  <a:lnTo>
                    <a:pt x="139135" y="3637274"/>
                  </a:lnTo>
                  <a:lnTo>
                    <a:pt x="106951" y="3600617"/>
                  </a:lnTo>
                  <a:lnTo>
                    <a:pt x="78030" y="3561651"/>
                  </a:lnTo>
                  <a:lnTo>
                    <a:pt x="52825" y="3520449"/>
                  </a:lnTo>
                  <a:lnTo>
                    <a:pt x="31789" y="3477082"/>
                  </a:lnTo>
                  <a:lnTo>
                    <a:pt x="15374" y="3431624"/>
                  </a:lnTo>
                  <a:lnTo>
                    <a:pt x="3515" y="3377169"/>
                  </a:lnTo>
                  <a:lnTo>
                    <a:pt x="0" y="3312385"/>
                  </a:lnTo>
                  <a:lnTo>
                    <a:pt x="4122" y="3266038"/>
                  </a:lnTo>
                  <a:lnTo>
                    <a:pt x="13220" y="3220201"/>
                  </a:lnTo>
                  <a:lnTo>
                    <a:pt x="26980" y="3175397"/>
                  </a:lnTo>
                  <a:lnTo>
                    <a:pt x="45093" y="3132145"/>
                  </a:lnTo>
                  <a:lnTo>
                    <a:pt x="67247" y="3090968"/>
                  </a:lnTo>
                  <a:lnTo>
                    <a:pt x="93132" y="3052388"/>
                  </a:lnTo>
                  <a:lnTo>
                    <a:pt x="122437" y="3016926"/>
                  </a:lnTo>
                  <a:lnTo>
                    <a:pt x="158842" y="2981295"/>
                  </a:lnTo>
                  <a:lnTo>
                    <a:pt x="197235" y="2951611"/>
                  </a:lnTo>
                  <a:lnTo>
                    <a:pt x="237501" y="2927225"/>
                  </a:lnTo>
                  <a:lnTo>
                    <a:pt x="279520" y="2907491"/>
                  </a:lnTo>
                  <a:lnTo>
                    <a:pt x="323178" y="2891763"/>
                  </a:lnTo>
                  <a:lnTo>
                    <a:pt x="368355" y="2879394"/>
                  </a:lnTo>
                  <a:lnTo>
                    <a:pt x="414937" y="2869736"/>
                  </a:lnTo>
                  <a:lnTo>
                    <a:pt x="462805" y="2862144"/>
                  </a:lnTo>
                  <a:lnTo>
                    <a:pt x="511843" y="2855969"/>
                  </a:lnTo>
                  <a:lnTo>
                    <a:pt x="557642" y="2847775"/>
                  </a:lnTo>
                  <a:lnTo>
                    <a:pt x="601792" y="2834737"/>
                  </a:lnTo>
                  <a:lnTo>
                    <a:pt x="643960" y="2817128"/>
                  </a:lnTo>
                  <a:lnTo>
                    <a:pt x="683813" y="2795220"/>
                  </a:lnTo>
                  <a:lnTo>
                    <a:pt x="721018" y="2769288"/>
                  </a:lnTo>
                  <a:lnTo>
                    <a:pt x="755242" y="2739605"/>
                  </a:lnTo>
                  <a:lnTo>
                    <a:pt x="786151" y="2706442"/>
                  </a:lnTo>
                  <a:lnTo>
                    <a:pt x="813414" y="2670075"/>
                  </a:lnTo>
                  <a:lnTo>
                    <a:pt x="836695" y="2630775"/>
                  </a:lnTo>
                  <a:lnTo>
                    <a:pt x="855663" y="2588816"/>
                  </a:lnTo>
                  <a:lnTo>
                    <a:pt x="869984" y="2544472"/>
                  </a:lnTo>
                  <a:lnTo>
                    <a:pt x="880287" y="2497241"/>
                  </a:lnTo>
                  <a:lnTo>
                    <a:pt x="887038" y="2449406"/>
                  </a:lnTo>
                  <a:lnTo>
                    <a:pt x="890946" y="2401150"/>
                  </a:lnTo>
                  <a:lnTo>
                    <a:pt x="892723" y="2352657"/>
                  </a:lnTo>
                  <a:lnTo>
                    <a:pt x="893078" y="2304111"/>
                  </a:lnTo>
                  <a:lnTo>
                    <a:pt x="892723" y="2255697"/>
                  </a:lnTo>
                  <a:lnTo>
                    <a:pt x="893054" y="2207200"/>
                  </a:lnTo>
                  <a:lnTo>
                    <a:pt x="894737" y="2158886"/>
                  </a:lnTo>
                  <a:lnTo>
                    <a:pt x="898145" y="2111007"/>
                  </a:lnTo>
                  <a:lnTo>
                    <a:pt x="903654" y="2063813"/>
                  </a:lnTo>
                  <a:lnTo>
                    <a:pt x="911640" y="2017555"/>
                  </a:lnTo>
                  <a:lnTo>
                    <a:pt x="922477" y="1972484"/>
                  </a:lnTo>
                  <a:lnTo>
                    <a:pt x="936540" y="1928851"/>
                  </a:lnTo>
                  <a:lnTo>
                    <a:pt x="954205" y="1886906"/>
                  </a:lnTo>
                  <a:lnTo>
                    <a:pt x="975848" y="1846900"/>
                  </a:lnTo>
                  <a:lnTo>
                    <a:pt x="1001842" y="1809084"/>
                  </a:lnTo>
                  <a:lnTo>
                    <a:pt x="1032564" y="1773710"/>
                  </a:lnTo>
                  <a:lnTo>
                    <a:pt x="1068389" y="1741027"/>
                  </a:lnTo>
                  <a:lnTo>
                    <a:pt x="1109691" y="1711286"/>
                  </a:lnTo>
                  <a:lnTo>
                    <a:pt x="1153160" y="1687084"/>
                  </a:lnTo>
                  <a:lnTo>
                    <a:pt x="1197043" y="1669431"/>
                  </a:lnTo>
                  <a:lnTo>
                    <a:pt x="1241290" y="1657367"/>
                  </a:lnTo>
                  <a:lnTo>
                    <a:pt x="1285853" y="1649934"/>
                  </a:lnTo>
                  <a:lnTo>
                    <a:pt x="1330680" y="1646175"/>
                  </a:lnTo>
                  <a:lnTo>
                    <a:pt x="1375724" y="1645129"/>
                  </a:lnTo>
                  <a:lnTo>
                    <a:pt x="1420932" y="1645838"/>
                  </a:lnTo>
                  <a:lnTo>
                    <a:pt x="1511648" y="1648691"/>
                  </a:lnTo>
                  <a:lnTo>
                    <a:pt x="1557056" y="1648916"/>
                  </a:lnTo>
                  <a:lnTo>
                    <a:pt x="1602431" y="1647063"/>
                  </a:lnTo>
                  <a:lnTo>
                    <a:pt x="1647722" y="1642172"/>
                  </a:lnTo>
                  <a:lnTo>
                    <a:pt x="1692881" y="1633286"/>
                  </a:lnTo>
                  <a:lnTo>
                    <a:pt x="1737858" y="1619446"/>
                  </a:lnTo>
                  <a:lnTo>
                    <a:pt x="1782117" y="1599340"/>
                  </a:lnTo>
                  <a:lnTo>
                    <a:pt x="1822811" y="1573576"/>
                  </a:lnTo>
                  <a:lnTo>
                    <a:pt x="1859958" y="1542858"/>
                  </a:lnTo>
                  <a:lnTo>
                    <a:pt x="1893575" y="1507890"/>
                  </a:lnTo>
                  <a:lnTo>
                    <a:pt x="1923679" y="1469378"/>
                  </a:lnTo>
                  <a:lnTo>
                    <a:pt x="1950287" y="1428026"/>
                  </a:lnTo>
                  <a:lnTo>
                    <a:pt x="1973415" y="1384537"/>
                  </a:lnTo>
                  <a:lnTo>
                    <a:pt x="1993082" y="1339617"/>
                  </a:lnTo>
                  <a:lnTo>
                    <a:pt x="2009303" y="1293970"/>
                  </a:lnTo>
                  <a:lnTo>
                    <a:pt x="2022097" y="1248300"/>
                  </a:lnTo>
                  <a:lnTo>
                    <a:pt x="2032525" y="1201958"/>
                  </a:lnTo>
                  <a:lnTo>
                    <a:pt x="2041673" y="1155244"/>
                  </a:lnTo>
                  <a:lnTo>
                    <a:pt x="2049762" y="1108239"/>
                  </a:lnTo>
                  <a:lnTo>
                    <a:pt x="2057011" y="1061024"/>
                  </a:lnTo>
                  <a:lnTo>
                    <a:pt x="2063641" y="1013683"/>
                  </a:lnTo>
                  <a:lnTo>
                    <a:pt x="2082023" y="871712"/>
                  </a:lnTo>
                  <a:lnTo>
                    <a:pt x="2088382" y="824680"/>
                  </a:lnTo>
                  <a:lnTo>
                    <a:pt x="2095225" y="777929"/>
                  </a:lnTo>
                  <a:lnTo>
                    <a:pt x="2102772" y="731542"/>
                  </a:lnTo>
                  <a:lnTo>
                    <a:pt x="2111244" y="685600"/>
                  </a:lnTo>
                  <a:lnTo>
                    <a:pt x="2120860" y="640185"/>
                  </a:lnTo>
                  <a:lnTo>
                    <a:pt x="2131842" y="595380"/>
                  </a:lnTo>
                  <a:lnTo>
                    <a:pt x="2144410" y="551265"/>
                  </a:lnTo>
                  <a:lnTo>
                    <a:pt x="2158784" y="507922"/>
                  </a:lnTo>
                  <a:lnTo>
                    <a:pt x="2175185" y="465435"/>
                  </a:lnTo>
                  <a:lnTo>
                    <a:pt x="2193834" y="423883"/>
                  </a:lnTo>
                  <a:lnTo>
                    <a:pt x="2214950" y="383349"/>
                  </a:lnTo>
                  <a:lnTo>
                    <a:pt x="2238754" y="343915"/>
                  </a:lnTo>
                  <a:lnTo>
                    <a:pt x="2265468" y="305663"/>
                  </a:lnTo>
                  <a:lnTo>
                    <a:pt x="2295310" y="268674"/>
                  </a:lnTo>
                  <a:lnTo>
                    <a:pt x="2328503" y="233030"/>
                  </a:lnTo>
                  <a:lnTo>
                    <a:pt x="2365265" y="198814"/>
                  </a:lnTo>
                  <a:lnTo>
                    <a:pt x="2405818" y="166106"/>
                  </a:lnTo>
                  <a:lnTo>
                    <a:pt x="2446324" y="137388"/>
                  </a:lnTo>
                  <a:lnTo>
                    <a:pt x="2488176" y="111131"/>
                  </a:lnTo>
                  <a:lnTo>
                    <a:pt x="2531255" y="87423"/>
                  </a:lnTo>
                  <a:lnTo>
                    <a:pt x="2575439" y="66350"/>
                  </a:lnTo>
                  <a:lnTo>
                    <a:pt x="2620611" y="48001"/>
                  </a:lnTo>
                  <a:lnTo>
                    <a:pt x="2666651" y="32463"/>
                  </a:lnTo>
                  <a:lnTo>
                    <a:pt x="2713438" y="19823"/>
                  </a:lnTo>
                  <a:lnTo>
                    <a:pt x="2760853" y="10169"/>
                  </a:lnTo>
                  <a:lnTo>
                    <a:pt x="2808777" y="3589"/>
                  </a:lnTo>
                  <a:lnTo>
                    <a:pt x="2857091" y="170"/>
                  </a:lnTo>
                  <a:lnTo>
                    <a:pt x="2905673" y="0"/>
                  </a:lnTo>
                  <a:lnTo>
                    <a:pt x="2939101" y="2171"/>
                  </a:lnTo>
                  <a:lnTo>
                    <a:pt x="2939101" y="3892945"/>
                  </a:lnTo>
                  <a:lnTo>
                    <a:pt x="2926290" y="3902992"/>
                  </a:lnTo>
                  <a:lnTo>
                    <a:pt x="2884183" y="3930885"/>
                  </a:lnTo>
                  <a:lnTo>
                    <a:pt x="2839716" y="3955346"/>
                  </a:lnTo>
                  <a:lnTo>
                    <a:pt x="2792980" y="3976152"/>
                  </a:lnTo>
                  <a:lnTo>
                    <a:pt x="2744062" y="3993078"/>
                  </a:lnTo>
                  <a:lnTo>
                    <a:pt x="2695921" y="4005433"/>
                  </a:lnTo>
                  <a:lnTo>
                    <a:pt x="2647482" y="4013586"/>
                  </a:lnTo>
                  <a:lnTo>
                    <a:pt x="2598824" y="4017839"/>
                  </a:lnTo>
                  <a:lnTo>
                    <a:pt x="2550025" y="4018494"/>
                  </a:lnTo>
                  <a:close/>
                </a:path>
              </a:pathLst>
            </a:custGeom>
            <a:solidFill>
              <a:srgbClr val="DE4E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117023" y="7059729"/>
              <a:ext cx="3171190" cy="3227705"/>
            </a:xfrm>
            <a:custGeom>
              <a:avLst/>
              <a:gdLst/>
              <a:ahLst/>
              <a:cxnLst/>
              <a:rect l="l" t="t" r="r" b="b"/>
              <a:pathLst>
                <a:path w="3171190" h="3227704">
                  <a:moveTo>
                    <a:pt x="3170976" y="3227269"/>
                  </a:moveTo>
                  <a:lnTo>
                    <a:pt x="709123" y="3227269"/>
                  </a:lnTo>
                  <a:lnTo>
                    <a:pt x="706398" y="3222967"/>
                  </a:lnTo>
                  <a:lnTo>
                    <a:pt x="680266" y="3177777"/>
                  </a:lnTo>
                  <a:lnTo>
                    <a:pt x="656054" y="3131821"/>
                  </a:lnTo>
                  <a:lnTo>
                    <a:pt x="633681" y="3085147"/>
                  </a:lnTo>
                  <a:lnTo>
                    <a:pt x="613064" y="3037802"/>
                  </a:lnTo>
                  <a:lnTo>
                    <a:pt x="594123" y="2989832"/>
                  </a:lnTo>
                  <a:lnTo>
                    <a:pt x="576776" y="2941286"/>
                  </a:lnTo>
                  <a:lnTo>
                    <a:pt x="560941" y="2892210"/>
                  </a:lnTo>
                  <a:lnTo>
                    <a:pt x="546538" y="2842651"/>
                  </a:lnTo>
                  <a:lnTo>
                    <a:pt x="533486" y="2792657"/>
                  </a:lnTo>
                  <a:lnTo>
                    <a:pt x="521701" y="2742274"/>
                  </a:lnTo>
                  <a:lnTo>
                    <a:pt x="511105" y="2691550"/>
                  </a:lnTo>
                  <a:lnTo>
                    <a:pt x="501614" y="2640532"/>
                  </a:lnTo>
                  <a:lnTo>
                    <a:pt x="493148" y="2589266"/>
                  </a:lnTo>
                  <a:lnTo>
                    <a:pt x="485776" y="2539804"/>
                  </a:lnTo>
                  <a:lnTo>
                    <a:pt x="478933" y="2490245"/>
                  </a:lnTo>
                  <a:lnTo>
                    <a:pt x="472503" y="2440612"/>
                  </a:lnTo>
                  <a:lnTo>
                    <a:pt x="466370" y="2390923"/>
                  </a:lnTo>
                  <a:lnTo>
                    <a:pt x="460418" y="2341201"/>
                  </a:lnTo>
                  <a:lnTo>
                    <a:pt x="454531" y="2291465"/>
                  </a:lnTo>
                  <a:lnTo>
                    <a:pt x="448593" y="2241736"/>
                  </a:lnTo>
                  <a:lnTo>
                    <a:pt x="442488" y="2192035"/>
                  </a:lnTo>
                  <a:lnTo>
                    <a:pt x="436099" y="2142382"/>
                  </a:lnTo>
                  <a:lnTo>
                    <a:pt x="429310" y="2092798"/>
                  </a:lnTo>
                  <a:lnTo>
                    <a:pt x="422006" y="2043304"/>
                  </a:lnTo>
                  <a:lnTo>
                    <a:pt x="414070" y="1993919"/>
                  </a:lnTo>
                  <a:lnTo>
                    <a:pt x="405386" y="1944665"/>
                  </a:lnTo>
                  <a:lnTo>
                    <a:pt x="395838" y="1895562"/>
                  </a:lnTo>
                  <a:lnTo>
                    <a:pt x="385311" y="1846631"/>
                  </a:lnTo>
                  <a:lnTo>
                    <a:pt x="373687" y="1797893"/>
                  </a:lnTo>
                  <a:lnTo>
                    <a:pt x="361183" y="1750540"/>
                  </a:lnTo>
                  <a:lnTo>
                    <a:pt x="347244" y="1703741"/>
                  </a:lnTo>
                  <a:lnTo>
                    <a:pt x="331868" y="1657494"/>
                  </a:lnTo>
                  <a:lnTo>
                    <a:pt x="315056" y="1611802"/>
                  </a:lnTo>
                  <a:lnTo>
                    <a:pt x="296807" y="1566662"/>
                  </a:lnTo>
                  <a:lnTo>
                    <a:pt x="277123" y="1522076"/>
                  </a:lnTo>
                  <a:lnTo>
                    <a:pt x="256002" y="1478043"/>
                  </a:lnTo>
                  <a:lnTo>
                    <a:pt x="233445" y="1434563"/>
                  </a:lnTo>
                  <a:lnTo>
                    <a:pt x="210332" y="1392667"/>
                  </a:lnTo>
                  <a:lnTo>
                    <a:pt x="163140" y="1309389"/>
                  </a:lnTo>
                  <a:lnTo>
                    <a:pt x="139733" y="1267660"/>
                  </a:lnTo>
                  <a:lnTo>
                    <a:pt x="116901" y="1225639"/>
                  </a:lnTo>
                  <a:lnTo>
                    <a:pt x="94980" y="1183153"/>
                  </a:lnTo>
                  <a:lnTo>
                    <a:pt x="74308" y="1140027"/>
                  </a:lnTo>
                  <a:lnTo>
                    <a:pt x="55221" y="1096089"/>
                  </a:lnTo>
                  <a:lnTo>
                    <a:pt x="37509" y="1048783"/>
                  </a:lnTo>
                  <a:lnTo>
                    <a:pt x="22904" y="1000662"/>
                  </a:lnTo>
                  <a:lnTo>
                    <a:pt x="11632" y="951846"/>
                  </a:lnTo>
                  <a:lnTo>
                    <a:pt x="3922" y="902453"/>
                  </a:lnTo>
                  <a:lnTo>
                    <a:pt x="0" y="852604"/>
                  </a:lnTo>
                  <a:lnTo>
                    <a:pt x="92" y="802418"/>
                  </a:lnTo>
                  <a:lnTo>
                    <a:pt x="4426" y="752015"/>
                  </a:lnTo>
                  <a:lnTo>
                    <a:pt x="11345" y="710444"/>
                  </a:lnTo>
                  <a:lnTo>
                    <a:pt x="20573" y="669461"/>
                  </a:lnTo>
                  <a:lnTo>
                    <a:pt x="32110" y="629065"/>
                  </a:lnTo>
                  <a:lnTo>
                    <a:pt x="45956" y="589258"/>
                  </a:lnTo>
                  <a:lnTo>
                    <a:pt x="62015" y="550289"/>
                  </a:lnTo>
                  <a:lnTo>
                    <a:pt x="80194" y="512410"/>
                  </a:lnTo>
                  <a:lnTo>
                    <a:pt x="100490" y="475621"/>
                  </a:lnTo>
                  <a:lnTo>
                    <a:pt x="122906" y="439921"/>
                  </a:lnTo>
                  <a:lnTo>
                    <a:pt x="152534" y="397652"/>
                  </a:lnTo>
                  <a:lnTo>
                    <a:pt x="184353" y="357523"/>
                  </a:lnTo>
                  <a:lnTo>
                    <a:pt x="218250" y="319542"/>
                  </a:lnTo>
                  <a:lnTo>
                    <a:pt x="254114" y="283713"/>
                  </a:lnTo>
                  <a:lnTo>
                    <a:pt x="291833" y="250041"/>
                  </a:lnTo>
                  <a:lnTo>
                    <a:pt x="331297" y="218533"/>
                  </a:lnTo>
                  <a:lnTo>
                    <a:pt x="372394" y="189195"/>
                  </a:lnTo>
                  <a:lnTo>
                    <a:pt x="415013" y="162031"/>
                  </a:lnTo>
                  <a:lnTo>
                    <a:pt x="459042" y="137047"/>
                  </a:lnTo>
                  <a:lnTo>
                    <a:pt x="504369" y="114249"/>
                  </a:lnTo>
                  <a:lnTo>
                    <a:pt x="550884" y="93644"/>
                  </a:lnTo>
                  <a:lnTo>
                    <a:pt x="598475" y="75235"/>
                  </a:lnTo>
                  <a:lnTo>
                    <a:pt x="647030" y="59029"/>
                  </a:lnTo>
                  <a:lnTo>
                    <a:pt x="696438" y="45032"/>
                  </a:lnTo>
                  <a:lnTo>
                    <a:pt x="744640" y="33537"/>
                  </a:lnTo>
                  <a:lnTo>
                    <a:pt x="793129" y="23876"/>
                  </a:lnTo>
                  <a:lnTo>
                    <a:pt x="841868" y="15969"/>
                  </a:lnTo>
                  <a:lnTo>
                    <a:pt x="890820" y="9739"/>
                  </a:lnTo>
                  <a:lnTo>
                    <a:pt x="939948" y="5106"/>
                  </a:lnTo>
                  <a:lnTo>
                    <a:pt x="989216" y="1991"/>
                  </a:lnTo>
                  <a:lnTo>
                    <a:pt x="1038586" y="315"/>
                  </a:lnTo>
                  <a:lnTo>
                    <a:pt x="1088022" y="0"/>
                  </a:lnTo>
                  <a:lnTo>
                    <a:pt x="1137486" y="966"/>
                  </a:lnTo>
                  <a:lnTo>
                    <a:pt x="1186942" y="3135"/>
                  </a:lnTo>
                  <a:lnTo>
                    <a:pt x="1236354" y="6428"/>
                  </a:lnTo>
                  <a:lnTo>
                    <a:pt x="1285683" y="10765"/>
                  </a:lnTo>
                  <a:lnTo>
                    <a:pt x="1333966" y="15969"/>
                  </a:lnTo>
                  <a:lnTo>
                    <a:pt x="1334101" y="15969"/>
                  </a:lnTo>
                  <a:lnTo>
                    <a:pt x="1383949" y="22260"/>
                  </a:lnTo>
                  <a:lnTo>
                    <a:pt x="1432812" y="29260"/>
                  </a:lnTo>
                  <a:lnTo>
                    <a:pt x="1481445" y="36989"/>
                  </a:lnTo>
                  <a:lnTo>
                    <a:pt x="1532613" y="45968"/>
                  </a:lnTo>
                  <a:lnTo>
                    <a:pt x="1583549" y="55721"/>
                  </a:lnTo>
                  <a:lnTo>
                    <a:pt x="1634253" y="66247"/>
                  </a:lnTo>
                  <a:lnTo>
                    <a:pt x="1684726" y="77546"/>
                  </a:lnTo>
                  <a:lnTo>
                    <a:pt x="1734966" y="89619"/>
                  </a:lnTo>
                  <a:lnTo>
                    <a:pt x="1784975" y="102465"/>
                  </a:lnTo>
                  <a:lnTo>
                    <a:pt x="1834753" y="116085"/>
                  </a:lnTo>
                  <a:lnTo>
                    <a:pt x="1884299" y="130478"/>
                  </a:lnTo>
                  <a:lnTo>
                    <a:pt x="1933613" y="145644"/>
                  </a:lnTo>
                  <a:lnTo>
                    <a:pt x="1982695" y="161584"/>
                  </a:lnTo>
                  <a:lnTo>
                    <a:pt x="2031545" y="178297"/>
                  </a:lnTo>
                  <a:lnTo>
                    <a:pt x="2080164" y="195784"/>
                  </a:lnTo>
                  <a:lnTo>
                    <a:pt x="2128552" y="214044"/>
                  </a:lnTo>
                  <a:lnTo>
                    <a:pt x="2176707" y="233077"/>
                  </a:lnTo>
                  <a:lnTo>
                    <a:pt x="2224631" y="252884"/>
                  </a:lnTo>
                  <a:lnTo>
                    <a:pt x="2272323" y="273464"/>
                  </a:lnTo>
                  <a:lnTo>
                    <a:pt x="2318564" y="294894"/>
                  </a:lnTo>
                  <a:lnTo>
                    <a:pt x="2412232" y="340448"/>
                  </a:lnTo>
                  <a:lnTo>
                    <a:pt x="2459945" y="361710"/>
                  </a:lnTo>
                  <a:lnTo>
                    <a:pt x="2508436" y="380055"/>
                  </a:lnTo>
                  <a:lnTo>
                    <a:pt x="2557847" y="394052"/>
                  </a:lnTo>
                  <a:lnTo>
                    <a:pt x="2608321" y="402270"/>
                  </a:lnTo>
                  <a:lnTo>
                    <a:pt x="2660001" y="403278"/>
                  </a:lnTo>
                  <a:lnTo>
                    <a:pt x="3170976" y="403278"/>
                  </a:lnTo>
                  <a:lnTo>
                    <a:pt x="3170976" y="3227269"/>
                  </a:lnTo>
                  <a:close/>
                </a:path>
                <a:path w="3171190" h="3227704">
                  <a:moveTo>
                    <a:pt x="3170976" y="403278"/>
                  </a:moveTo>
                  <a:lnTo>
                    <a:pt x="2660001" y="403278"/>
                  </a:lnTo>
                  <a:lnTo>
                    <a:pt x="2713418" y="396787"/>
                  </a:lnTo>
                  <a:lnTo>
                    <a:pt x="2766050" y="385150"/>
                  </a:lnTo>
                  <a:lnTo>
                    <a:pt x="2818091" y="370629"/>
                  </a:lnTo>
                  <a:lnTo>
                    <a:pt x="2869738" y="355486"/>
                  </a:lnTo>
                  <a:lnTo>
                    <a:pt x="2906394" y="345562"/>
                  </a:lnTo>
                  <a:lnTo>
                    <a:pt x="2980428" y="328920"/>
                  </a:lnTo>
                  <a:lnTo>
                    <a:pt x="3067651" y="314925"/>
                  </a:lnTo>
                  <a:lnTo>
                    <a:pt x="3118165" y="309433"/>
                  </a:lnTo>
                  <a:lnTo>
                    <a:pt x="3169842" y="305867"/>
                  </a:lnTo>
                  <a:lnTo>
                    <a:pt x="3170976" y="305867"/>
                  </a:lnTo>
                  <a:lnTo>
                    <a:pt x="3170976" y="403278"/>
                  </a:lnTo>
                  <a:close/>
                </a:path>
              </a:pathLst>
            </a:custGeom>
            <a:solidFill>
              <a:srgbClr val="81B6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59819" y="1075086"/>
            <a:ext cx="10477500" cy="1229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20"/>
              <a:t>Amélioration</a:t>
            </a:r>
            <a:r>
              <a:rPr dirty="0" spc="695"/>
              <a:t> </a:t>
            </a:r>
            <a:r>
              <a:rPr dirty="0" spc="545"/>
              <a:t>future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304" y="6295406"/>
            <a:ext cx="114300" cy="114299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Prochaines</a:t>
            </a:r>
            <a:r>
              <a:rPr dirty="0" spc="-250"/>
              <a:t> </a:t>
            </a:r>
            <a:r>
              <a:rPr dirty="0" spc="-245"/>
              <a:t>étapes </a:t>
            </a:r>
            <a:r>
              <a:rPr dirty="0" spc="-95"/>
              <a:t>du</a:t>
            </a:r>
            <a:r>
              <a:rPr dirty="0" spc="-250"/>
              <a:t> </a:t>
            </a:r>
            <a:r>
              <a:rPr dirty="0" spc="-10"/>
              <a:t>projet</a:t>
            </a:r>
          </a:p>
          <a:p>
            <a:pPr marL="343535" indent="-304800">
              <a:lnSpc>
                <a:spcPct val="100000"/>
              </a:lnSpc>
              <a:spcBef>
                <a:spcPts val="2755"/>
              </a:spcBef>
              <a:buFont typeface="Trebuchet MS"/>
              <a:buAutoNum type="arabicPeriod"/>
              <a:tabLst>
                <a:tab pos="343535" algn="l"/>
              </a:tabLst>
            </a:pPr>
            <a:r>
              <a:rPr dirty="0" sz="2550" spc="-100">
                <a:solidFill>
                  <a:srgbClr val="000000"/>
                </a:solidFill>
              </a:rPr>
              <a:t>Intégration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60">
                <a:solidFill>
                  <a:srgbClr val="000000"/>
                </a:solidFill>
              </a:rPr>
              <a:t>du</a:t>
            </a:r>
            <a:r>
              <a:rPr dirty="0" sz="2550" spc="-155">
                <a:solidFill>
                  <a:srgbClr val="000000"/>
                </a:solidFill>
              </a:rPr>
              <a:t> </a:t>
            </a:r>
            <a:r>
              <a:rPr dirty="0" sz="2550" spc="-120">
                <a:solidFill>
                  <a:srgbClr val="000000"/>
                </a:solidFill>
              </a:rPr>
              <a:t>modèle</a:t>
            </a:r>
            <a:r>
              <a:rPr dirty="0" sz="2550" spc="-155">
                <a:solidFill>
                  <a:srgbClr val="000000"/>
                </a:solidFill>
              </a:rPr>
              <a:t> </a:t>
            </a:r>
            <a:r>
              <a:rPr dirty="0" sz="2550" spc="-130">
                <a:solidFill>
                  <a:srgbClr val="000000"/>
                </a:solidFill>
              </a:rPr>
              <a:t>ML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150">
                <a:solidFill>
                  <a:srgbClr val="000000"/>
                </a:solidFill>
              </a:rPr>
              <a:t>dans</a:t>
            </a:r>
            <a:r>
              <a:rPr dirty="0" sz="2550" spc="-155">
                <a:solidFill>
                  <a:srgbClr val="000000"/>
                </a:solidFill>
              </a:rPr>
              <a:t> </a:t>
            </a:r>
            <a:r>
              <a:rPr dirty="0" sz="2550" spc="-80">
                <a:solidFill>
                  <a:srgbClr val="000000"/>
                </a:solidFill>
              </a:rPr>
              <a:t>ZenAssist.</a:t>
            </a:r>
            <a:endParaRPr sz="2550"/>
          </a:p>
          <a:p>
            <a:pPr marL="343535" indent="-304800">
              <a:lnSpc>
                <a:spcPct val="100000"/>
              </a:lnSpc>
              <a:spcBef>
                <a:spcPts val="540"/>
              </a:spcBef>
              <a:buFont typeface="Trebuchet MS"/>
              <a:buAutoNum type="arabicPeriod"/>
              <a:tabLst>
                <a:tab pos="343535" algn="l"/>
              </a:tabLst>
            </a:pPr>
            <a:r>
              <a:rPr dirty="0" sz="2550" spc="-185">
                <a:solidFill>
                  <a:srgbClr val="000000"/>
                </a:solidFill>
              </a:rPr>
              <a:t>Phase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100">
                <a:solidFill>
                  <a:srgbClr val="000000"/>
                </a:solidFill>
              </a:rPr>
              <a:t>pilote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190">
                <a:solidFill>
                  <a:srgbClr val="000000"/>
                </a:solidFill>
              </a:rPr>
              <a:t>(5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155">
                <a:solidFill>
                  <a:srgbClr val="000000"/>
                </a:solidFill>
              </a:rPr>
              <a:t>clients, </a:t>
            </a:r>
            <a:r>
              <a:rPr dirty="0" sz="2550" spc="-250">
                <a:solidFill>
                  <a:srgbClr val="000000"/>
                </a:solidFill>
              </a:rPr>
              <a:t>1000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30">
                <a:solidFill>
                  <a:srgbClr val="000000"/>
                </a:solidFill>
              </a:rPr>
              <a:t>réclamations/jour).</a:t>
            </a:r>
            <a:endParaRPr sz="2550"/>
          </a:p>
          <a:p>
            <a:pPr marL="343535" indent="-304800">
              <a:lnSpc>
                <a:spcPct val="100000"/>
              </a:lnSpc>
              <a:spcBef>
                <a:spcPts val="540"/>
              </a:spcBef>
              <a:buFont typeface="Trebuchet MS"/>
              <a:buAutoNum type="arabicPeriod"/>
              <a:tabLst>
                <a:tab pos="343535" algn="l"/>
              </a:tabLst>
            </a:pPr>
            <a:r>
              <a:rPr dirty="0" sz="2550" spc="-75">
                <a:solidFill>
                  <a:srgbClr val="000000"/>
                </a:solidFill>
              </a:rPr>
              <a:t>Monitoring</a:t>
            </a:r>
            <a:r>
              <a:rPr dirty="0" sz="2550" spc="-150">
                <a:solidFill>
                  <a:srgbClr val="000000"/>
                </a:solidFill>
              </a:rPr>
              <a:t> </a:t>
            </a:r>
            <a:r>
              <a:rPr dirty="0" sz="2550" spc="-200">
                <a:solidFill>
                  <a:srgbClr val="000000"/>
                </a:solidFill>
              </a:rPr>
              <a:t>des</a:t>
            </a:r>
            <a:r>
              <a:rPr dirty="0" sz="2550" spc="-145">
                <a:solidFill>
                  <a:srgbClr val="000000"/>
                </a:solidFill>
              </a:rPr>
              <a:t> </a:t>
            </a:r>
            <a:r>
              <a:rPr dirty="0" sz="2550" spc="-130">
                <a:solidFill>
                  <a:srgbClr val="000000"/>
                </a:solidFill>
              </a:rPr>
              <a:t>performances</a:t>
            </a:r>
            <a:r>
              <a:rPr dirty="0" sz="2550" spc="-150">
                <a:solidFill>
                  <a:srgbClr val="000000"/>
                </a:solidFill>
              </a:rPr>
              <a:t> </a:t>
            </a:r>
            <a:r>
              <a:rPr dirty="0" sz="2550" spc="-340">
                <a:solidFill>
                  <a:srgbClr val="000000"/>
                </a:solidFill>
              </a:rPr>
              <a:t>&amp;</a:t>
            </a:r>
            <a:r>
              <a:rPr dirty="0" sz="2550" spc="-145">
                <a:solidFill>
                  <a:srgbClr val="000000"/>
                </a:solidFill>
              </a:rPr>
              <a:t> </a:t>
            </a:r>
            <a:r>
              <a:rPr dirty="0" sz="2550" spc="-20">
                <a:solidFill>
                  <a:srgbClr val="000000"/>
                </a:solidFill>
              </a:rPr>
              <a:t>feedback.</a:t>
            </a:r>
            <a:endParaRPr sz="2550"/>
          </a:p>
          <a:p>
            <a:pPr marL="343535" indent="-304800">
              <a:lnSpc>
                <a:spcPct val="100000"/>
              </a:lnSpc>
              <a:spcBef>
                <a:spcPts val="540"/>
              </a:spcBef>
              <a:buFont typeface="Trebuchet MS"/>
              <a:buAutoNum type="arabicPeriod"/>
              <a:tabLst>
                <a:tab pos="343535" algn="l"/>
              </a:tabLst>
            </a:pPr>
            <a:r>
              <a:rPr dirty="0" sz="2550" spc="-110">
                <a:solidFill>
                  <a:srgbClr val="000000"/>
                </a:solidFill>
              </a:rPr>
              <a:t>Itérations</a:t>
            </a:r>
            <a:r>
              <a:rPr dirty="0" sz="2550" spc="-155">
                <a:solidFill>
                  <a:srgbClr val="000000"/>
                </a:solidFill>
              </a:rPr>
              <a:t> </a:t>
            </a:r>
            <a:r>
              <a:rPr dirty="0" sz="2550" spc="-95">
                <a:solidFill>
                  <a:srgbClr val="000000"/>
                </a:solidFill>
              </a:rPr>
              <a:t>d’amélioration</a:t>
            </a:r>
            <a:r>
              <a:rPr dirty="0" sz="2550" spc="-155">
                <a:solidFill>
                  <a:srgbClr val="000000"/>
                </a:solidFill>
              </a:rPr>
              <a:t> </a:t>
            </a:r>
            <a:r>
              <a:rPr dirty="0" sz="2550" spc="-90">
                <a:solidFill>
                  <a:srgbClr val="000000"/>
                </a:solidFill>
              </a:rPr>
              <a:t>(ajout</a:t>
            </a:r>
            <a:r>
              <a:rPr dirty="0" sz="2550" spc="-150">
                <a:solidFill>
                  <a:srgbClr val="000000"/>
                </a:solidFill>
              </a:rPr>
              <a:t> </a:t>
            </a:r>
            <a:r>
              <a:rPr dirty="0" sz="2550" spc="-135">
                <a:solidFill>
                  <a:srgbClr val="000000"/>
                </a:solidFill>
              </a:rPr>
              <a:t>données</a:t>
            </a:r>
            <a:r>
              <a:rPr dirty="0" sz="2550" spc="-155">
                <a:solidFill>
                  <a:srgbClr val="000000"/>
                </a:solidFill>
              </a:rPr>
              <a:t> </a:t>
            </a:r>
            <a:r>
              <a:rPr dirty="0" sz="2550" spc="-80">
                <a:solidFill>
                  <a:srgbClr val="000000"/>
                </a:solidFill>
              </a:rPr>
              <a:t>réelles).</a:t>
            </a:r>
            <a:endParaRPr sz="2550"/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550"/>
          </a:p>
          <a:p>
            <a:pPr marL="12700">
              <a:lnSpc>
                <a:spcPct val="100000"/>
              </a:lnSpc>
            </a:pPr>
            <a:r>
              <a:rPr dirty="0" sz="2550" spc="-150">
                <a:solidFill>
                  <a:srgbClr val="000000"/>
                </a:solidFill>
              </a:rPr>
              <a:t>Bonus</a:t>
            </a:r>
            <a:r>
              <a:rPr dirty="0" sz="2550" spc="-185">
                <a:solidFill>
                  <a:srgbClr val="000000"/>
                </a:solidFill>
              </a:rPr>
              <a:t> </a:t>
            </a:r>
            <a:r>
              <a:rPr dirty="0" sz="2550" spc="-50">
                <a:solidFill>
                  <a:srgbClr val="000000"/>
                </a:solidFill>
              </a:rPr>
              <a:t>:</a:t>
            </a:r>
            <a:endParaRPr sz="2550"/>
          </a:p>
          <a:p>
            <a:pPr marL="482600" marR="300990">
              <a:lnSpc>
                <a:spcPct val="117600"/>
              </a:lnSpc>
              <a:spcBef>
                <a:spcPts val="5"/>
              </a:spcBef>
            </a:pPr>
            <a:r>
              <a:rPr dirty="0" sz="2550" spc="-114">
                <a:solidFill>
                  <a:srgbClr val="000000"/>
                </a:solidFill>
              </a:rPr>
              <a:t>Potentielle</a:t>
            </a:r>
            <a:r>
              <a:rPr dirty="0" sz="2550" spc="-165">
                <a:solidFill>
                  <a:srgbClr val="000000"/>
                </a:solidFill>
              </a:rPr>
              <a:t> </a:t>
            </a:r>
            <a:r>
              <a:rPr dirty="0" sz="2550" spc="-75">
                <a:solidFill>
                  <a:srgbClr val="000000"/>
                </a:solidFill>
              </a:rPr>
              <a:t>hybridation</a:t>
            </a:r>
            <a:r>
              <a:rPr dirty="0" sz="2550" spc="-165">
                <a:solidFill>
                  <a:srgbClr val="000000"/>
                </a:solidFill>
              </a:rPr>
              <a:t> </a:t>
            </a:r>
            <a:r>
              <a:rPr dirty="0" sz="2550" spc="-45">
                <a:solidFill>
                  <a:srgbClr val="000000"/>
                </a:solidFill>
              </a:rPr>
              <a:t>future</a:t>
            </a:r>
            <a:r>
              <a:rPr dirty="0" sz="2550" spc="-165">
                <a:solidFill>
                  <a:srgbClr val="000000"/>
                </a:solidFill>
              </a:rPr>
              <a:t> </a:t>
            </a:r>
            <a:r>
              <a:rPr dirty="0" sz="2550" spc="-125">
                <a:solidFill>
                  <a:srgbClr val="000000"/>
                </a:solidFill>
              </a:rPr>
              <a:t>: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130">
                <a:solidFill>
                  <a:srgbClr val="000000"/>
                </a:solidFill>
              </a:rPr>
              <a:t>ML</a:t>
            </a:r>
            <a:r>
              <a:rPr dirty="0" sz="2550" spc="-165">
                <a:solidFill>
                  <a:srgbClr val="000000"/>
                </a:solidFill>
              </a:rPr>
              <a:t> </a:t>
            </a:r>
            <a:r>
              <a:rPr dirty="0" sz="2550" spc="-225">
                <a:solidFill>
                  <a:srgbClr val="000000"/>
                </a:solidFill>
              </a:rPr>
              <a:t>+</a:t>
            </a:r>
            <a:r>
              <a:rPr dirty="0" sz="2550" spc="-160">
                <a:solidFill>
                  <a:srgbClr val="000000"/>
                </a:solidFill>
              </a:rPr>
              <a:t> </a:t>
            </a:r>
            <a:r>
              <a:rPr dirty="0" sz="2550" spc="-180">
                <a:solidFill>
                  <a:srgbClr val="000000"/>
                </a:solidFill>
              </a:rPr>
              <a:t>LLM</a:t>
            </a:r>
            <a:r>
              <a:rPr dirty="0" sz="2550" spc="-170">
                <a:solidFill>
                  <a:srgbClr val="000000"/>
                </a:solidFill>
              </a:rPr>
              <a:t> </a:t>
            </a:r>
            <a:r>
              <a:rPr dirty="0" sz="2550" spc="-20">
                <a:solidFill>
                  <a:srgbClr val="000000"/>
                </a:solidFill>
              </a:rPr>
              <a:t>pour </a:t>
            </a:r>
            <a:r>
              <a:rPr dirty="0" sz="2550" spc="-195">
                <a:solidFill>
                  <a:srgbClr val="000000"/>
                </a:solidFill>
              </a:rPr>
              <a:t>les</a:t>
            </a:r>
            <a:r>
              <a:rPr dirty="0" sz="2550" spc="-170">
                <a:solidFill>
                  <a:srgbClr val="000000"/>
                </a:solidFill>
              </a:rPr>
              <a:t> </a:t>
            </a:r>
            <a:r>
              <a:rPr dirty="0" sz="2550" spc="-285">
                <a:solidFill>
                  <a:srgbClr val="000000"/>
                </a:solidFill>
              </a:rPr>
              <a:t>cas</a:t>
            </a:r>
            <a:r>
              <a:rPr dirty="0" sz="2550" spc="-170">
                <a:solidFill>
                  <a:srgbClr val="000000"/>
                </a:solidFill>
              </a:rPr>
              <a:t> </a:t>
            </a:r>
            <a:r>
              <a:rPr dirty="0" sz="2550" spc="-35">
                <a:solidFill>
                  <a:srgbClr val="000000"/>
                </a:solidFill>
              </a:rPr>
              <a:t>incertains.</a:t>
            </a:r>
            <a:endParaRPr sz="25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1252" y="4418063"/>
            <a:ext cx="14365605" cy="12839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250" spc="640"/>
              <a:t>Merci</a:t>
            </a:r>
            <a:r>
              <a:rPr dirty="0" sz="8250" spc="685"/>
              <a:t> pour</a:t>
            </a:r>
            <a:r>
              <a:rPr dirty="0" sz="8250" spc="695"/>
              <a:t> </a:t>
            </a:r>
            <a:r>
              <a:rPr dirty="0" sz="8250" spc="475"/>
              <a:t>votre</a:t>
            </a:r>
            <a:r>
              <a:rPr dirty="0" sz="8250" spc="695"/>
              <a:t> </a:t>
            </a:r>
            <a:r>
              <a:rPr dirty="0" sz="8250" spc="520"/>
              <a:t>écoute</a:t>
            </a:r>
            <a:r>
              <a:rPr dirty="0" sz="8250" spc="695"/>
              <a:t> </a:t>
            </a:r>
            <a:r>
              <a:rPr dirty="0" sz="8250" spc="-434"/>
              <a:t>!</a:t>
            </a:r>
            <a:endParaRPr sz="8250"/>
          </a:p>
        </p:txBody>
      </p:sp>
      <p:grpSp>
        <p:nvGrpSpPr>
          <p:cNvPr id="3" name="object 3" descr=""/>
          <p:cNvGrpSpPr/>
          <p:nvPr/>
        </p:nvGrpSpPr>
        <p:grpSpPr>
          <a:xfrm>
            <a:off x="11400030" y="5308589"/>
            <a:ext cx="6888480" cy="4979035"/>
            <a:chOff x="11400030" y="5308589"/>
            <a:chExt cx="6888480" cy="4979035"/>
          </a:xfrm>
        </p:grpSpPr>
        <p:sp>
          <p:nvSpPr>
            <p:cNvPr id="4" name="object 4" descr=""/>
            <p:cNvSpPr/>
            <p:nvPr/>
          </p:nvSpPr>
          <p:spPr>
            <a:xfrm>
              <a:off x="16013294" y="5308589"/>
              <a:ext cx="264795" cy="264795"/>
            </a:xfrm>
            <a:custGeom>
              <a:avLst/>
              <a:gdLst/>
              <a:ahLst/>
              <a:cxnLst/>
              <a:rect l="l" t="t" r="r" b="b"/>
              <a:pathLst>
                <a:path w="264794" h="264795">
                  <a:moveTo>
                    <a:pt x="132336" y="264674"/>
                  </a:moveTo>
                  <a:lnTo>
                    <a:pt x="90508" y="257927"/>
                  </a:lnTo>
                  <a:lnTo>
                    <a:pt x="54180" y="239141"/>
                  </a:lnTo>
                  <a:lnTo>
                    <a:pt x="25533" y="210493"/>
                  </a:lnTo>
                  <a:lnTo>
                    <a:pt x="6746" y="174165"/>
                  </a:lnTo>
                  <a:lnTo>
                    <a:pt x="0" y="132337"/>
                  </a:lnTo>
                  <a:lnTo>
                    <a:pt x="6746" y="90508"/>
                  </a:lnTo>
                  <a:lnTo>
                    <a:pt x="25533" y="54180"/>
                  </a:lnTo>
                  <a:lnTo>
                    <a:pt x="54180" y="25533"/>
                  </a:lnTo>
                  <a:lnTo>
                    <a:pt x="90508" y="6746"/>
                  </a:lnTo>
                  <a:lnTo>
                    <a:pt x="132336" y="0"/>
                  </a:lnTo>
                  <a:lnTo>
                    <a:pt x="174165" y="6746"/>
                  </a:lnTo>
                  <a:lnTo>
                    <a:pt x="210493" y="25533"/>
                  </a:lnTo>
                  <a:lnTo>
                    <a:pt x="239140" y="54180"/>
                  </a:lnTo>
                  <a:lnTo>
                    <a:pt x="257927" y="90508"/>
                  </a:lnTo>
                  <a:lnTo>
                    <a:pt x="264674" y="132337"/>
                  </a:lnTo>
                  <a:lnTo>
                    <a:pt x="257927" y="174165"/>
                  </a:lnTo>
                  <a:lnTo>
                    <a:pt x="239140" y="210493"/>
                  </a:lnTo>
                  <a:lnTo>
                    <a:pt x="210493" y="239141"/>
                  </a:lnTo>
                  <a:lnTo>
                    <a:pt x="174165" y="257927"/>
                  </a:lnTo>
                  <a:lnTo>
                    <a:pt x="132336" y="264674"/>
                  </a:lnTo>
                  <a:close/>
                </a:path>
              </a:pathLst>
            </a:custGeom>
            <a:solidFill>
              <a:srgbClr val="EB8F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87359" y="5601621"/>
              <a:ext cx="4500880" cy="4685665"/>
            </a:xfrm>
            <a:custGeom>
              <a:avLst/>
              <a:gdLst/>
              <a:ahLst/>
              <a:cxnLst/>
              <a:rect l="l" t="t" r="r" b="b"/>
              <a:pathLst>
                <a:path w="4500880" h="4685665">
                  <a:moveTo>
                    <a:pt x="4500639" y="0"/>
                  </a:moveTo>
                  <a:lnTo>
                    <a:pt x="4500639" y="4685377"/>
                  </a:lnTo>
                  <a:lnTo>
                    <a:pt x="0" y="4685377"/>
                  </a:lnTo>
                  <a:lnTo>
                    <a:pt x="8645" y="4645315"/>
                  </a:lnTo>
                  <a:lnTo>
                    <a:pt x="19686" y="4599779"/>
                  </a:lnTo>
                  <a:lnTo>
                    <a:pt x="31978" y="4554145"/>
                  </a:lnTo>
                  <a:lnTo>
                    <a:pt x="45534" y="4508428"/>
                  </a:lnTo>
                  <a:lnTo>
                    <a:pt x="60366" y="4462644"/>
                  </a:lnTo>
                  <a:lnTo>
                    <a:pt x="76486" y="4416807"/>
                  </a:lnTo>
                  <a:lnTo>
                    <a:pt x="94747" y="4368833"/>
                  </a:lnTo>
                  <a:lnTo>
                    <a:pt x="114120" y="4321607"/>
                  </a:lnTo>
                  <a:lnTo>
                    <a:pt x="134579" y="4275122"/>
                  </a:lnTo>
                  <a:lnTo>
                    <a:pt x="156100" y="4229373"/>
                  </a:lnTo>
                  <a:lnTo>
                    <a:pt x="178657" y="4184352"/>
                  </a:lnTo>
                  <a:lnTo>
                    <a:pt x="202226" y="4140054"/>
                  </a:lnTo>
                  <a:lnTo>
                    <a:pt x="226781" y="4096473"/>
                  </a:lnTo>
                  <a:lnTo>
                    <a:pt x="252299" y="4053603"/>
                  </a:lnTo>
                  <a:lnTo>
                    <a:pt x="278753" y="4011437"/>
                  </a:lnTo>
                  <a:lnTo>
                    <a:pt x="306119" y="3969969"/>
                  </a:lnTo>
                  <a:lnTo>
                    <a:pt x="334372" y="3929193"/>
                  </a:lnTo>
                  <a:lnTo>
                    <a:pt x="363487" y="3889104"/>
                  </a:lnTo>
                  <a:lnTo>
                    <a:pt x="393438" y="3849694"/>
                  </a:lnTo>
                  <a:lnTo>
                    <a:pt x="424202" y="3810958"/>
                  </a:lnTo>
                  <a:lnTo>
                    <a:pt x="455753" y="3772890"/>
                  </a:lnTo>
                  <a:lnTo>
                    <a:pt x="488066" y="3735483"/>
                  </a:lnTo>
                  <a:lnTo>
                    <a:pt x="521116" y="3698732"/>
                  </a:lnTo>
                  <a:lnTo>
                    <a:pt x="554878" y="3662630"/>
                  </a:lnTo>
                  <a:lnTo>
                    <a:pt x="589327" y="3627170"/>
                  </a:lnTo>
                  <a:lnTo>
                    <a:pt x="624439" y="3592348"/>
                  </a:lnTo>
                  <a:lnTo>
                    <a:pt x="660188" y="3558157"/>
                  </a:lnTo>
                  <a:lnTo>
                    <a:pt x="696549" y="3524590"/>
                  </a:lnTo>
                  <a:lnTo>
                    <a:pt x="733497" y="3491642"/>
                  </a:lnTo>
                  <a:lnTo>
                    <a:pt x="771008" y="3459306"/>
                  </a:lnTo>
                  <a:lnTo>
                    <a:pt x="809057" y="3427576"/>
                  </a:lnTo>
                  <a:lnTo>
                    <a:pt x="847618" y="3396446"/>
                  </a:lnTo>
                  <a:lnTo>
                    <a:pt x="886666" y="3365910"/>
                  </a:lnTo>
                  <a:lnTo>
                    <a:pt x="926177" y="3335962"/>
                  </a:lnTo>
                  <a:lnTo>
                    <a:pt x="966126" y="3306596"/>
                  </a:lnTo>
                  <a:lnTo>
                    <a:pt x="1006487" y="3277805"/>
                  </a:lnTo>
                  <a:lnTo>
                    <a:pt x="1047236" y="3249584"/>
                  </a:lnTo>
                  <a:lnTo>
                    <a:pt x="1088348" y="3221926"/>
                  </a:lnTo>
                  <a:lnTo>
                    <a:pt x="1129797" y="3194824"/>
                  </a:lnTo>
                  <a:lnTo>
                    <a:pt x="1171560" y="3168274"/>
                  </a:lnTo>
                  <a:lnTo>
                    <a:pt x="1213610" y="3142269"/>
                  </a:lnTo>
                  <a:lnTo>
                    <a:pt x="1255923" y="3116802"/>
                  </a:lnTo>
                  <a:lnTo>
                    <a:pt x="1298474" y="3091868"/>
                  </a:lnTo>
                  <a:lnTo>
                    <a:pt x="1341238" y="3067461"/>
                  </a:lnTo>
                  <a:lnTo>
                    <a:pt x="1384190" y="3043573"/>
                  </a:lnTo>
                  <a:lnTo>
                    <a:pt x="1427306" y="3020200"/>
                  </a:lnTo>
                  <a:lnTo>
                    <a:pt x="1470559" y="2997334"/>
                  </a:lnTo>
                  <a:lnTo>
                    <a:pt x="1514923" y="2974477"/>
                  </a:lnTo>
                  <a:lnTo>
                    <a:pt x="1559578" y="2952021"/>
                  </a:lnTo>
                  <a:lnTo>
                    <a:pt x="1604489" y="2929912"/>
                  </a:lnTo>
                  <a:lnTo>
                    <a:pt x="1649620" y="2908092"/>
                  </a:lnTo>
                  <a:lnTo>
                    <a:pt x="1694934" y="2886506"/>
                  </a:lnTo>
                  <a:lnTo>
                    <a:pt x="1740397" y="2865097"/>
                  </a:lnTo>
                  <a:lnTo>
                    <a:pt x="1785972" y="2843809"/>
                  </a:lnTo>
                  <a:lnTo>
                    <a:pt x="1923010" y="2780112"/>
                  </a:lnTo>
                  <a:lnTo>
                    <a:pt x="1968674" y="2758747"/>
                  </a:lnTo>
                  <a:lnTo>
                    <a:pt x="2014271" y="2737223"/>
                  </a:lnTo>
                  <a:lnTo>
                    <a:pt x="2059764" y="2715482"/>
                  </a:lnTo>
                  <a:lnTo>
                    <a:pt x="2105118" y="2693470"/>
                  </a:lnTo>
                  <a:lnTo>
                    <a:pt x="2150297" y="2671129"/>
                  </a:lnTo>
                  <a:lnTo>
                    <a:pt x="2195265" y="2648404"/>
                  </a:lnTo>
                  <a:lnTo>
                    <a:pt x="2239986" y="2625237"/>
                  </a:lnTo>
                  <a:lnTo>
                    <a:pt x="2284424" y="2601575"/>
                  </a:lnTo>
                  <a:lnTo>
                    <a:pt x="2328544" y="2577359"/>
                  </a:lnTo>
                  <a:lnTo>
                    <a:pt x="2372309" y="2552533"/>
                  </a:lnTo>
                  <a:lnTo>
                    <a:pt x="2415683" y="2527042"/>
                  </a:lnTo>
                  <a:lnTo>
                    <a:pt x="2458630" y="2500830"/>
                  </a:lnTo>
                  <a:lnTo>
                    <a:pt x="2501116" y="2473840"/>
                  </a:lnTo>
                  <a:lnTo>
                    <a:pt x="2543102" y="2446016"/>
                  </a:lnTo>
                  <a:lnTo>
                    <a:pt x="2584555" y="2417301"/>
                  </a:lnTo>
                  <a:lnTo>
                    <a:pt x="2625438" y="2387640"/>
                  </a:lnTo>
                  <a:lnTo>
                    <a:pt x="2665714" y="2356977"/>
                  </a:lnTo>
                  <a:lnTo>
                    <a:pt x="2708402" y="2322467"/>
                  </a:lnTo>
                  <a:lnTo>
                    <a:pt x="2748910" y="2287363"/>
                  </a:lnTo>
                  <a:lnTo>
                    <a:pt x="2787322" y="2251665"/>
                  </a:lnTo>
                  <a:lnTo>
                    <a:pt x="2823721" y="2215375"/>
                  </a:lnTo>
                  <a:lnTo>
                    <a:pt x="2858191" y="2178497"/>
                  </a:lnTo>
                  <a:lnTo>
                    <a:pt x="2890817" y="2141030"/>
                  </a:lnTo>
                  <a:lnTo>
                    <a:pt x="2921680" y="2102978"/>
                  </a:lnTo>
                  <a:lnTo>
                    <a:pt x="2950866" y="2064341"/>
                  </a:lnTo>
                  <a:lnTo>
                    <a:pt x="2978457" y="2025122"/>
                  </a:lnTo>
                  <a:lnTo>
                    <a:pt x="3004538" y="1985323"/>
                  </a:lnTo>
                  <a:lnTo>
                    <a:pt x="3029192" y="1944945"/>
                  </a:lnTo>
                  <a:lnTo>
                    <a:pt x="3052502" y="1903990"/>
                  </a:lnTo>
                  <a:lnTo>
                    <a:pt x="3074553" y="1862461"/>
                  </a:lnTo>
                  <a:lnTo>
                    <a:pt x="3095428" y="1820358"/>
                  </a:lnTo>
                  <a:lnTo>
                    <a:pt x="3115211" y="1777684"/>
                  </a:lnTo>
                  <a:lnTo>
                    <a:pt x="3133985" y="1734440"/>
                  </a:lnTo>
                  <a:lnTo>
                    <a:pt x="3151834" y="1690629"/>
                  </a:lnTo>
                  <a:lnTo>
                    <a:pt x="3168842" y="1646252"/>
                  </a:lnTo>
                  <a:lnTo>
                    <a:pt x="3185092" y="1601312"/>
                  </a:lnTo>
                  <a:lnTo>
                    <a:pt x="3200668" y="1555809"/>
                  </a:lnTo>
                  <a:lnTo>
                    <a:pt x="3215654" y="1509745"/>
                  </a:lnTo>
                  <a:lnTo>
                    <a:pt x="3230133" y="1463124"/>
                  </a:lnTo>
                  <a:lnTo>
                    <a:pt x="3244189" y="1415945"/>
                  </a:lnTo>
                  <a:lnTo>
                    <a:pt x="3271367" y="1319926"/>
                  </a:lnTo>
                  <a:lnTo>
                    <a:pt x="3350946" y="1021896"/>
                  </a:lnTo>
                  <a:lnTo>
                    <a:pt x="3365119" y="974041"/>
                  </a:lnTo>
                  <a:lnTo>
                    <a:pt x="3380295" y="926746"/>
                  </a:lnTo>
                  <a:lnTo>
                    <a:pt x="3396485" y="880061"/>
                  </a:lnTo>
                  <a:lnTo>
                    <a:pt x="3413704" y="834034"/>
                  </a:lnTo>
                  <a:lnTo>
                    <a:pt x="3431961" y="788714"/>
                  </a:lnTo>
                  <a:lnTo>
                    <a:pt x="3451270" y="744148"/>
                  </a:lnTo>
                  <a:lnTo>
                    <a:pt x="3471643" y="700386"/>
                  </a:lnTo>
                  <a:lnTo>
                    <a:pt x="3493092" y="657476"/>
                  </a:lnTo>
                  <a:lnTo>
                    <a:pt x="3515629" y="615467"/>
                  </a:lnTo>
                  <a:lnTo>
                    <a:pt x="3539265" y="574406"/>
                  </a:lnTo>
                  <a:lnTo>
                    <a:pt x="3564014" y="534343"/>
                  </a:lnTo>
                  <a:lnTo>
                    <a:pt x="3589888" y="495326"/>
                  </a:lnTo>
                  <a:lnTo>
                    <a:pt x="3616897" y="457403"/>
                  </a:lnTo>
                  <a:lnTo>
                    <a:pt x="3645056" y="420624"/>
                  </a:lnTo>
                  <a:lnTo>
                    <a:pt x="3674375" y="385036"/>
                  </a:lnTo>
                  <a:lnTo>
                    <a:pt x="3704867" y="350688"/>
                  </a:lnTo>
                  <a:lnTo>
                    <a:pt x="3736544" y="317629"/>
                  </a:lnTo>
                  <a:lnTo>
                    <a:pt x="3769418" y="285907"/>
                  </a:lnTo>
                  <a:lnTo>
                    <a:pt x="3803502" y="255570"/>
                  </a:lnTo>
                  <a:lnTo>
                    <a:pt x="3838807" y="226667"/>
                  </a:lnTo>
                  <a:lnTo>
                    <a:pt x="3875345" y="199247"/>
                  </a:lnTo>
                  <a:lnTo>
                    <a:pt x="3913129" y="173358"/>
                  </a:lnTo>
                  <a:lnTo>
                    <a:pt x="3952171" y="149049"/>
                  </a:lnTo>
                  <a:lnTo>
                    <a:pt x="3992483" y="126368"/>
                  </a:lnTo>
                  <a:lnTo>
                    <a:pt x="4034077" y="105363"/>
                  </a:lnTo>
                  <a:lnTo>
                    <a:pt x="4076965" y="86083"/>
                  </a:lnTo>
                  <a:lnTo>
                    <a:pt x="4121159" y="68577"/>
                  </a:lnTo>
                  <a:lnTo>
                    <a:pt x="4166672" y="52894"/>
                  </a:lnTo>
                  <a:lnTo>
                    <a:pt x="4213516" y="39080"/>
                  </a:lnTo>
                  <a:lnTo>
                    <a:pt x="4261702" y="27186"/>
                  </a:lnTo>
                  <a:lnTo>
                    <a:pt x="4311243" y="17260"/>
                  </a:lnTo>
                  <a:lnTo>
                    <a:pt x="4362151" y="9349"/>
                  </a:lnTo>
                  <a:lnTo>
                    <a:pt x="4411474" y="3905"/>
                  </a:lnTo>
                  <a:lnTo>
                    <a:pt x="4460345" y="753"/>
                  </a:lnTo>
                  <a:lnTo>
                    <a:pt x="4500639" y="0"/>
                  </a:lnTo>
                  <a:close/>
                </a:path>
              </a:pathLst>
            </a:custGeom>
            <a:solidFill>
              <a:srgbClr val="CDB8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00030" y="7859450"/>
              <a:ext cx="5191124" cy="2427548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377" y="7861484"/>
            <a:ext cx="1081742" cy="108174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5788454" y="857313"/>
            <a:ext cx="13100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165" b="1">
                <a:latin typeface="Arial"/>
                <a:cs typeface="Arial"/>
              </a:rPr>
              <a:t>Zen</a:t>
            </a:r>
            <a:r>
              <a:rPr dirty="0" sz="1850" spc="160" b="1">
                <a:latin typeface="Arial"/>
                <a:cs typeface="Arial"/>
              </a:rPr>
              <a:t> </a:t>
            </a:r>
            <a:r>
              <a:rPr dirty="0" sz="1850" spc="-10" b="1">
                <a:latin typeface="Arial"/>
                <a:cs typeface="Arial"/>
              </a:rPr>
              <a:t>Assist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huang nicolas</dc:creator>
  <cp:keywords>DAG06b7EwTM,BAGMDI1dqbI,0</cp:keywords>
  <dc:title>Coloré Formes Abstraites Business Entreprise Présentation </dc:title>
  <dcterms:created xsi:type="dcterms:W3CDTF">2025-10-05T15:41:06Z</dcterms:created>
  <dcterms:modified xsi:type="dcterms:W3CDTF">2025-10-05T15:41:06Z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2025-10-05T00:00:00Z</vt:filetime>
  </property>
  <property fmtid="{D5CDD505-2E9C-101B-9397-08002B2CF9AE}" pid="3" name="Creator">
    <vt:lpwstr>Canva</vt:lpwstr>
  </property>
  <property fmtid="{D5CDD505-2E9C-101B-9397-08002B2CF9AE}" pid="4" name="LastSaved">
    <vt:filetime>2025-10-05T00:00:00Z</vt:filetime>
  </property>
  <property fmtid="{D5CDD505-2E9C-101B-9397-08002B2CF9AE}" pid="5" name="Producer">
    <vt:lpwstr>Canva</vt:lpwstr>
  </property>
</Properties>
</file>